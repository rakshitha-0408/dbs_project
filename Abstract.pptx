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0" b="1" i="0">
                <a:solidFill>
                  <a:srgbClr val="40349E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0" i="0">
                <a:solidFill>
                  <a:srgbClr val="40349E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3000" b="1" i="0">
                <a:solidFill>
                  <a:srgbClr val="40349E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300" b="0" i="0">
                <a:solidFill>
                  <a:srgbClr val="40349E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3000" b="1" i="0">
                <a:solidFill>
                  <a:srgbClr val="40349E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3000" b="1" i="0">
                <a:solidFill>
                  <a:srgbClr val="40349E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ECECE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4473784" y="4722865"/>
            <a:ext cx="3814215" cy="5564133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0"/>
            <a:ext cx="3810190" cy="556212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274080" y="3194938"/>
            <a:ext cx="5739838" cy="36823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0" b="1" i="0">
                <a:solidFill>
                  <a:srgbClr val="40349E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654361" y="3124002"/>
            <a:ext cx="12040869" cy="56616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0" i="0">
                <a:solidFill>
                  <a:srgbClr val="40349E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270886" y="1600727"/>
            <a:ext cx="9745980" cy="2005964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760"/>
              <a:t>EVENTEASE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294406" y="8293247"/>
            <a:ext cx="7097395" cy="6343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50">
                <a:solidFill>
                  <a:srgbClr val="40349E"/>
                </a:solidFill>
                <a:latin typeface="Tahoma"/>
                <a:cs typeface="Tahoma"/>
              </a:rPr>
              <a:t>Events</a:t>
            </a:r>
            <a:r>
              <a:rPr dirty="0" sz="4000" spc="-27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4000" spc="80">
                <a:solidFill>
                  <a:srgbClr val="40349E"/>
                </a:solidFill>
                <a:latin typeface="Tahoma"/>
                <a:cs typeface="Tahoma"/>
              </a:rPr>
              <a:t>Made</a:t>
            </a:r>
            <a:r>
              <a:rPr dirty="0" sz="4000" spc="-27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4000" spc="95">
                <a:solidFill>
                  <a:srgbClr val="40349E"/>
                </a:solidFill>
                <a:latin typeface="Tahoma"/>
                <a:cs typeface="Tahoma"/>
              </a:rPr>
              <a:t>Simple</a:t>
            </a:r>
            <a:r>
              <a:rPr dirty="0" sz="4000" spc="-27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4000">
                <a:solidFill>
                  <a:srgbClr val="40349E"/>
                </a:solidFill>
                <a:latin typeface="Tahoma"/>
                <a:cs typeface="Tahoma"/>
              </a:rPr>
              <a:t>and</a:t>
            </a:r>
            <a:r>
              <a:rPr dirty="0" sz="4000" spc="-27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4000" spc="40">
                <a:solidFill>
                  <a:srgbClr val="40349E"/>
                </a:solidFill>
                <a:latin typeface="Tahoma"/>
                <a:cs typeface="Tahoma"/>
              </a:rPr>
              <a:t>Smart</a:t>
            </a:r>
            <a:endParaRPr sz="40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855461" y="9239250"/>
            <a:ext cx="8194675" cy="0"/>
          </a:xfrm>
          <a:custGeom>
            <a:avLst/>
            <a:gdLst/>
            <a:ahLst/>
            <a:cxnLst/>
            <a:rect l="l" t="t" r="r" b="b"/>
            <a:pathLst>
              <a:path w="8194675" h="0">
                <a:moveTo>
                  <a:pt x="0" y="0"/>
                </a:moveTo>
                <a:lnTo>
                  <a:pt x="8194179" y="0"/>
                </a:lnTo>
              </a:path>
            </a:pathLst>
          </a:custGeom>
          <a:ln w="38099">
            <a:solidFill>
              <a:srgbClr val="40349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207384" y="4847506"/>
            <a:ext cx="13873480" cy="1829435"/>
          </a:xfrm>
          <a:prstGeom prst="rect">
            <a:avLst/>
          </a:prstGeom>
        </p:spPr>
        <p:txBody>
          <a:bodyPr wrap="square" lIns="0" tIns="161925" rIns="0" bIns="0" rtlCol="0" vert="horz">
            <a:spAutoFit/>
          </a:bodyPr>
          <a:lstStyle/>
          <a:p>
            <a:pPr marL="2591435" marR="5080" indent="-2579370">
              <a:lnSpc>
                <a:spcPts val="6530"/>
              </a:lnSpc>
              <a:spcBef>
                <a:spcPts val="1275"/>
              </a:spcBef>
            </a:pPr>
            <a:r>
              <a:rPr dirty="0" sz="6400" spc="165" b="1">
                <a:solidFill>
                  <a:srgbClr val="40349E"/>
                </a:solidFill>
                <a:latin typeface="Trebuchet MS"/>
                <a:cs typeface="Trebuchet MS"/>
              </a:rPr>
              <a:t>Event</a:t>
            </a:r>
            <a:r>
              <a:rPr dirty="0" sz="6400" spc="45" b="1">
                <a:solidFill>
                  <a:srgbClr val="40349E"/>
                </a:solidFill>
                <a:latin typeface="Trebuchet MS"/>
                <a:cs typeface="Trebuchet MS"/>
              </a:rPr>
              <a:t> </a:t>
            </a:r>
            <a:r>
              <a:rPr dirty="0" sz="6400" spc="260" b="1">
                <a:solidFill>
                  <a:srgbClr val="40349E"/>
                </a:solidFill>
                <a:latin typeface="Trebuchet MS"/>
                <a:cs typeface="Trebuchet MS"/>
              </a:rPr>
              <a:t>Management</a:t>
            </a:r>
            <a:r>
              <a:rPr dirty="0" sz="6400" spc="45" b="1">
                <a:solidFill>
                  <a:srgbClr val="40349E"/>
                </a:solidFill>
                <a:latin typeface="Trebuchet MS"/>
                <a:cs typeface="Trebuchet MS"/>
              </a:rPr>
              <a:t> </a:t>
            </a:r>
            <a:r>
              <a:rPr dirty="0" sz="6400" spc="225" b="1">
                <a:solidFill>
                  <a:srgbClr val="40349E"/>
                </a:solidFill>
                <a:latin typeface="Trebuchet MS"/>
                <a:cs typeface="Trebuchet MS"/>
              </a:rPr>
              <a:t>Mobile</a:t>
            </a:r>
            <a:r>
              <a:rPr dirty="0" sz="6400" spc="45" b="1">
                <a:solidFill>
                  <a:srgbClr val="40349E"/>
                </a:solidFill>
                <a:latin typeface="Trebuchet MS"/>
                <a:cs typeface="Trebuchet MS"/>
              </a:rPr>
              <a:t> </a:t>
            </a:r>
            <a:r>
              <a:rPr dirty="0" sz="6400" spc="250" b="1">
                <a:solidFill>
                  <a:srgbClr val="40349E"/>
                </a:solidFill>
                <a:latin typeface="Trebuchet MS"/>
                <a:cs typeface="Trebuchet MS"/>
              </a:rPr>
              <a:t>App</a:t>
            </a:r>
            <a:r>
              <a:rPr dirty="0" sz="6400" spc="45" b="1">
                <a:solidFill>
                  <a:srgbClr val="40349E"/>
                </a:solidFill>
                <a:latin typeface="Trebuchet MS"/>
                <a:cs typeface="Trebuchet MS"/>
              </a:rPr>
              <a:t> </a:t>
            </a:r>
            <a:r>
              <a:rPr dirty="0" sz="6400" spc="90" b="1">
                <a:solidFill>
                  <a:srgbClr val="40349E"/>
                </a:solidFill>
                <a:latin typeface="Trebuchet MS"/>
                <a:cs typeface="Trebuchet MS"/>
              </a:rPr>
              <a:t>for </a:t>
            </a:r>
            <a:r>
              <a:rPr dirty="0" sz="6400" spc="130" b="1">
                <a:solidFill>
                  <a:srgbClr val="40349E"/>
                </a:solidFill>
                <a:latin typeface="Trebuchet MS"/>
                <a:cs typeface="Trebuchet MS"/>
              </a:rPr>
              <a:t>Attendee</a:t>
            </a:r>
            <a:r>
              <a:rPr dirty="0" sz="6400" spc="45" b="1">
                <a:solidFill>
                  <a:srgbClr val="40349E"/>
                </a:solidFill>
                <a:latin typeface="Trebuchet MS"/>
                <a:cs typeface="Trebuchet MS"/>
              </a:rPr>
              <a:t> </a:t>
            </a:r>
            <a:r>
              <a:rPr dirty="0" sz="6400" spc="295" b="1">
                <a:solidFill>
                  <a:srgbClr val="40349E"/>
                </a:solidFill>
                <a:latin typeface="Trebuchet MS"/>
                <a:cs typeface="Trebuchet MS"/>
              </a:rPr>
              <a:t>Self</a:t>
            </a:r>
            <a:r>
              <a:rPr dirty="0" sz="6400" spc="50" b="1">
                <a:solidFill>
                  <a:srgbClr val="40349E"/>
                </a:solidFill>
                <a:latin typeface="Trebuchet MS"/>
                <a:cs typeface="Trebuchet MS"/>
              </a:rPr>
              <a:t> </a:t>
            </a:r>
            <a:r>
              <a:rPr dirty="0" sz="6400" spc="140" b="1">
                <a:solidFill>
                  <a:srgbClr val="40349E"/>
                </a:solidFill>
                <a:latin typeface="Trebuchet MS"/>
                <a:cs typeface="Trebuchet MS"/>
              </a:rPr>
              <a:t>Service</a:t>
            </a:r>
            <a:endParaRPr sz="64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82624" y="8472551"/>
            <a:ext cx="5824855" cy="14541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3860"/>
              </a:lnSpc>
              <a:spcBef>
                <a:spcPts val="100"/>
              </a:spcBef>
            </a:pPr>
            <a:r>
              <a:rPr dirty="0" sz="3500" b="1">
                <a:solidFill>
                  <a:srgbClr val="40349E"/>
                </a:solidFill>
                <a:latin typeface="Trebuchet MS"/>
                <a:cs typeface="Trebuchet MS"/>
              </a:rPr>
              <a:t>2520090212-</a:t>
            </a:r>
            <a:r>
              <a:rPr dirty="0" sz="3500" spc="245" b="1">
                <a:solidFill>
                  <a:srgbClr val="40349E"/>
                </a:solidFill>
                <a:latin typeface="Trebuchet MS"/>
                <a:cs typeface="Trebuchet MS"/>
              </a:rPr>
              <a:t> </a:t>
            </a:r>
            <a:r>
              <a:rPr dirty="0" sz="3500" spc="220" b="1">
                <a:solidFill>
                  <a:srgbClr val="40349E"/>
                </a:solidFill>
                <a:latin typeface="Trebuchet MS"/>
                <a:cs typeface="Trebuchet MS"/>
              </a:rPr>
              <a:t>J</a:t>
            </a:r>
            <a:r>
              <a:rPr dirty="0" sz="3500" spc="245" b="1">
                <a:solidFill>
                  <a:srgbClr val="40349E"/>
                </a:solidFill>
                <a:latin typeface="Trebuchet MS"/>
                <a:cs typeface="Trebuchet MS"/>
              </a:rPr>
              <a:t> </a:t>
            </a:r>
            <a:r>
              <a:rPr dirty="0" sz="3500" spc="120" b="1">
                <a:solidFill>
                  <a:srgbClr val="40349E"/>
                </a:solidFill>
                <a:latin typeface="Trebuchet MS"/>
                <a:cs typeface="Trebuchet MS"/>
              </a:rPr>
              <a:t>Rakshitha</a:t>
            </a:r>
            <a:endParaRPr sz="3500">
              <a:latin typeface="Trebuchet MS"/>
              <a:cs typeface="Trebuchet MS"/>
            </a:endParaRPr>
          </a:p>
          <a:p>
            <a:pPr marL="12700">
              <a:lnSpc>
                <a:spcPts val="3525"/>
              </a:lnSpc>
            </a:pPr>
            <a:r>
              <a:rPr dirty="0" sz="3500" spc="55" b="1">
                <a:solidFill>
                  <a:srgbClr val="40349E"/>
                </a:solidFill>
                <a:latin typeface="Trebuchet MS"/>
                <a:cs typeface="Trebuchet MS"/>
              </a:rPr>
              <a:t>2520090214-</a:t>
            </a:r>
            <a:r>
              <a:rPr dirty="0" sz="3500" spc="25" b="1">
                <a:solidFill>
                  <a:srgbClr val="40349E"/>
                </a:solidFill>
                <a:latin typeface="Trebuchet MS"/>
                <a:cs typeface="Trebuchet MS"/>
              </a:rPr>
              <a:t> </a:t>
            </a:r>
            <a:r>
              <a:rPr dirty="0" sz="3500" spc="229" b="1">
                <a:solidFill>
                  <a:srgbClr val="40349E"/>
                </a:solidFill>
                <a:latin typeface="Trebuchet MS"/>
                <a:cs typeface="Trebuchet MS"/>
              </a:rPr>
              <a:t>N</a:t>
            </a:r>
            <a:r>
              <a:rPr dirty="0" sz="3500" spc="25" b="1">
                <a:solidFill>
                  <a:srgbClr val="40349E"/>
                </a:solidFill>
                <a:latin typeface="Trebuchet MS"/>
                <a:cs typeface="Trebuchet MS"/>
              </a:rPr>
              <a:t> </a:t>
            </a:r>
            <a:r>
              <a:rPr dirty="0" sz="3500" spc="114" b="1">
                <a:solidFill>
                  <a:srgbClr val="40349E"/>
                </a:solidFill>
                <a:latin typeface="Trebuchet MS"/>
                <a:cs typeface="Trebuchet MS"/>
              </a:rPr>
              <a:t>Charishma</a:t>
            </a:r>
            <a:endParaRPr sz="3500">
              <a:latin typeface="Trebuchet MS"/>
              <a:cs typeface="Trebuchet MS"/>
            </a:endParaRPr>
          </a:p>
          <a:p>
            <a:pPr marL="12700">
              <a:lnSpc>
                <a:spcPts val="3865"/>
              </a:lnSpc>
            </a:pPr>
            <a:r>
              <a:rPr dirty="0" sz="3500" spc="114" b="1">
                <a:solidFill>
                  <a:srgbClr val="40349E"/>
                </a:solidFill>
                <a:latin typeface="Trebuchet MS"/>
                <a:cs typeface="Trebuchet MS"/>
              </a:rPr>
              <a:t>2520090067-</a:t>
            </a:r>
            <a:r>
              <a:rPr dirty="0" sz="3500" spc="45" b="1">
                <a:solidFill>
                  <a:srgbClr val="40349E"/>
                </a:solidFill>
                <a:latin typeface="Trebuchet MS"/>
                <a:cs typeface="Trebuchet MS"/>
              </a:rPr>
              <a:t> </a:t>
            </a:r>
            <a:r>
              <a:rPr dirty="0" sz="3500" spc="160" b="1">
                <a:solidFill>
                  <a:srgbClr val="40349E"/>
                </a:solidFill>
                <a:latin typeface="Trebuchet MS"/>
                <a:cs typeface="Trebuchet MS"/>
              </a:rPr>
              <a:t>Sahasra</a:t>
            </a:r>
            <a:endParaRPr sz="35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93987" y="9277350"/>
            <a:ext cx="9610090" cy="0"/>
          </a:xfrm>
          <a:custGeom>
            <a:avLst/>
            <a:gdLst/>
            <a:ahLst/>
            <a:cxnLst/>
            <a:rect l="l" t="t" r="r" b="b"/>
            <a:pathLst>
              <a:path w="9610090" h="0">
                <a:moveTo>
                  <a:pt x="0" y="0"/>
                </a:moveTo>
                <a:lnTo>
                  <a:pt x="9609888" y="0"/>
                </a:lnTo>
              </a:path>
            </a:pathLst>
          </a:custGeom>
          <a:ln w="38099">
            <a:solidFill>
              <a:srgbClr val="40349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695353" y="782735"/>
            <a:ext cx="6897370" cy="158432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0200" spc="580"/>
              <a:t>ABSTRACT</a:t>
            </a:r>
            <a:endParaRPr sz="102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1290" y="2722978"/>
            <a:ext cx="152400" cy="1523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1290" y="4123153"/>
            <a:ext cx="152400" cy="1523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1290" y="5056603"/>
            <a:ext cx="152400" cy="1523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1290" y="5990053"/>
            <a:ext cx="152400" cy="15239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1290" y="7390227"/>
            <a:ext cx="152400" cy="15239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01290" y="8323677"/>
            <a:ext cx="152400" cy="15239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3247563" y="2510920"/>
            <a:ext cx="13303885" cy="6595109"/>
          </a:xfrm>
          <a:prstGeom prst="rect">
            <a:avLst/>
          </a:prstGeom>
        </p:spPr>
        <p:txBody>
          <a:bodyPr wrap="square" lIns="0" tIns="57150" rIns="0" bIns="0" rtlCol="0" vert="horz">
            <a:spAutoFit/>
          </a:bodyPr>
          <a:lstStyle/>
          <a:p>
            <a:pPr marL="12700" marR="5080">
              <a:lnSpc>
                <a:spcPts val="3679"/>
              </a:lnSpc>
              <a:spcBef>
                <a:spcPts val="450"/>
              </a:spcBef>
            </a:pPr>
            <a:r>
              <a:rPr dirty="0" sz="3300">
                <a:solidFill>
                  <a:srgbClr val="40349E"/>
                </a:solidFill>
                <a:latin typeface="Tahoma"/>
                <a:cs typeface="Tahoma"/>
              </a:rPr>
              <a:t>Traditional</a:t>
            </a:r>
            <a:r>
              <a:rPr dirty="0" sz="3300" spc="-12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300">
                <a:solidFill>
                  <a:srgbClr val="40349E"/>
                </a:solidFill>
                <a:latin typeface="Tahoma"/>
                <a:cs typeface="Tahoma"/>
              </a:rPr>
              <a:t>event</a:t>
            </a:r>
            <a:r>
              <a:rPr dirty="0" sz="3300" spc="-12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300">
                <a:solidFill>
                  <a:srgbClr val="40349E"/>
                </a:solidFill>
                <a:latin typeface="Tahoma"/>
                <a:cs typeface="Tahoma"/>
              </a:rPr>
              <a:t>management</a:t>
            </a:r>
            <a:r>
              <a:rPr dirty="0" sz="3300" spc="-114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300">
                <a:solidFill>
                  <a:srgbClr val="40349E"/>
                </a:solidFill>
                <a:latin typeface="Tahoma"/>
                <a:cs typeface="Tahoma"/>
              </a:rPr>
              <a:t>often</a:t>
            </a:r>
            <a:r>
              <a:rPr dirty="0" sz="3300" spc="-12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300" spc="50">
                <a:solidFill>
                  <a:srgbClr val="40349E"/>
                </a:solidFill>
                <a:latin typeface="Tahoma"/>
                <a:cs typeface="Tahoma"/>
              </a:rPr>
              <a:t>requires</a:t>
            </a:r>
            <a:r>
              <a:rPr dirty="0" sz="3300" spc="-114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300" spc="55">
                <a:solidFill>
                  <a:srgbClr val="40349E"/>
                </a:solidFill>
                <a:latin typeface="Tahoma"/>
                <a:cs typeface="Tahoma"/>
              </a:rPr>
              <a:t>attendees</a:t>
            </a:r>
            <a:r>
              <a:rPr dirty="0" sz="3300" spc="-12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300" spc="50">
                <a:solidFill>
                  <a:srgbClr val="40349E"/>
                </a:solidFill>
                <a:latin typeface="Tahoma"/>
                <a:cs typeface="Tahoma"/>
              </a:rPr>
              <a:t>to</a:t>
            </a:r>
            <a:r>
              <a:rPr dirty="0" sz="3300" spc="-114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300" spc="55">
                <a:solidFill>
                  <a:srgbClr val="40349E"/>
                </a:solidFill>
                <a:latin typeface="Tahoma"/>
                <a:cs typeface="Tahoma"/>
              </a:rPr>
              <a:t>depend</a:t>
            </a:r>
            <a:r>
              <a:rPr dirty="0" sz="3300" spc="-12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300" spc="-25">
                <a:solidFill>
                  <a:srgbClr val="40349E"/>
                </a:solidFill>
                <a:latin typeface="Tahoma"/>
                <a:cs typeface="Tahoma"/>
              </a:rPr>
              <a:t>on </a:t>
            </a:r>
            <a:r>
              <a:rPr dirty="0" sz="3300">
                <a:solidFill>
                  <a:srgbClr val="40349E"/>
                </a:solidFill>
                <a:latin typeface="Tahoma"/>
                <a:cs typeface="Tahoma"/>
              </a:rPr>
              <a:t>organizers</a:t>
            </a:r>
            <a:r>
              <a:rPr dirty="0" sz="3300" spc="-65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300">
                <a:solidFill>
                  <a:srgbClr val="40349E"/>
                </a:solidFill>
                <a:latin typeface="Tahoma"/>
                <a:cs typeface="Tahoma"/>
              </a:rPr>
              <a:t>or</a:t>
            </a:r>
            <a:r>
              <a:rPr dirty="0" sz="3300" spc="-6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300">
                <a:solidFill>
                  <a:srgbClr val="40349E"/>
                </a:solidFill>
                <a:latin typeface="Tahoma"/>
                <a:cs typeface="Tahoma"/>
              </a:rPr>
              <a:t>volunteers</a:t>
            </a:r>
            <a:r>
              <a:rPr dirty="0" sz="3300" spc="-65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300">
                <a:solidFill>
                  <a:srgbClr val="40349E"/>
                </a:solidFill>
                <a:latin typeface="Tahoma"/>
                <a:cs typeface="Tahoma"/>
              </a:rPr>
              <a:t>for</a:t>
            </a:r>
            <a:r>
              <a:rPr dirty="0" sz="3300" spc="-6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300">
                <a:solidFill>
                  <a:srgbClr val="40349E"/>
                </a:solidFill>
                <a:latin typeface="Tahoma"/>
                <a:cs typeface="Tahoma"/>
              </a:rPr>
              <a:t>registration,</a:t>
            </a:r>
            <a:r>
              <a:rPr dirty="0" sz="3300" spc="-65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300" spc="55">
                <a:solidFill>
                  <a:srgbClr val="40349E"/>
                </a:solidFill>
                <a:latin typeface="Tahoma"/>
                <a:cs typeface="Tahoma"/>
              </a:rPr>
              <a:t>schedules,</a:t>
            </a:r>
            <a:r>
              <a:rPr dirty="0" sz="3300" spc="-6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300">
                <a:solidFill>
                  <a:srgbClr val="40349E"/>
                </a:solidFill>
                <a:latin typeface="Tahoma"/>
                <a:cs typeface="Tahoma"/>
              </a:rPr>
              <a:t>venue</a:t>
            </a:r>
            <a:r>
              <a:rPr dirty="0" sz="3300" spc="-65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300" spc="-10">
                <a:solidFill>
                  <a:srgbClr val="40349E"/>
                </a:solidFill>
                <a:latin typeface="Tahoma"/>
                <a:cs typeface="Tahoma"/>
              </a:rPr>
              <a:t>information, </a:t>
            </a:r>
            <a:r>
              <a:rPr dirty="0" sz="3300">
                <a:solidFill>
                  <a:srgbClr val="40349E"/>
                </a:solidFill>
                <a:latin typeface="Tahoma"/>
                <a:cs typeface="Tahoma"/>
              </a:rPr>
              <a:t>and</a:t>
            </a:r>
            <a:r>
              <a:rPr dirty="0" sz="3300" spc="-16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300" spc="-10">
                <a:solidFill>
                  <a:srgbClr val="40349E"/>
                </a:solidFill>
                <a:latin typeface="Tahoma"/>
                <a:cs typeface="Tahoma"/>
              </a:rPr>
              <a:t>announcements.</a:t>
            </a:r>
            <a:endParaRPr sz="3300">
              <a:latin typeface="Tahoma"/>
              <a:cs typeface="Tahoma"/>
            </a:endParaRPr>
          </a:p>
          <a:p>
            <a:pPr marL="12700">
              <a:lnSpc>
                <a:spcPts val="3445"/>
              </a:lnSpc>
            </a:pPr>
            <a:r>
              <a:rPr dirty="0" sz="3300">
                <a:solidFill>
                  <a:srgbClr val="40349E"/>
                </a:solidFill>
                <a:latin typeface="Tahoma"/>
                <a:cs typeface="Tahoma"/>
              </a:rPr>
              <a:t>This</a:t>
            </a:r>
            <a:r>
              <a:rPr dirty="0" sz="3300" spc="-175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300" spc="50">
                <a:solidFill>
                  <a:srgbClr val="40349E"/>
                </a:solidFill>
                <a:latin typeface="Tahoma"/>
                <a:cs typeface="Tahoma"/>
              </a:rPr>
              <a:t>dependency</a:t>
            </a:r>
            <a:r>
              <a:rPr dirty="0" sz="3300" spc="-16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300">
                <a:solidFill>
                  <a:srgbClr val="40349E"/>
                </a:solidFill>
                <a:latin typeface="Tahoma"/>
                <a:cs typeface="Tahoma"/>
              </a:rPr>
              <a:t>can</a:t>
            </a:r>
            <a:r>
              <a:rPr dirty="0" sz="3300" spc="-165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300" spc="65">
                <a:solidFill>
                  <a:srgbClr val="40349E"/>
                </a:solidFill>
                <a:latin typeface="Tahoma"/>
                <a:cs typeface="Tahoma"/>
              </a:rPr>
              <a:t>result</a:t>
            </a:r>
            <a:r>
              <a:rPr dirty="0" sz="3300" spc="-16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300">
                <a:solidFill>
                  <a:srgbClr val="40349E"/>
                </a:solidFill>
                <a:latin typeface="Tahoma"/>
                <a:cs typeface="Tahoma"/>
              </a:rPr>
              <a:t>in</a:t>
            </a:r>
            <a:r>
              <a:rPr dirty="0" sz="3300" spc="-165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300">
                <a:solidFill>
                  <a:srgbClr val="40349E"/>
                </a:solidFill>
                <a:latin typeface="Tahoma"/>
                <a:cs typeface="Tahoma"/>
              </a:rPr>
              <a:t>long</a:t>
            </a:r>
            <a:r>
              <a:rPr dirty="0" sz="3300" spc="-16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300">
                <a:solidFill>
                  <a:srgbClr val="40349E"/>
                </a:solidFill>
                <a:latin typeface="Tahoma"/>
                <a:cs typeface="Tahoma"/>
              </a:rPr>
              <a:t>queues,</a:t>
            </a:r>
            <a:r>
              <a:rPr dirty="0" sz="3300" spc="-165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300" spc="50">
                <a:solidFill>
                  <a:srgbClr val="40349E"/>
                </a:solidFill>
                <a:latin typeface="Tahoma"/>
                <a:cs typeface="Tahoma"/>
              </a:rPr>
              <a:t>repeated</a:t>
            </a:r>
            <a:r>
              <a:rPr dirty="0" sz="3300" spc="-16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300" spc="-10">
                <a:solidFill>
                  <a:srgbClr val="40349E"/>
                </a:solidFill>
                <a:latin typeface="Tahoma"/>
                <a:cs typeface="Tahoma"/>
              </a:rPr>
              <a:t>queries,</a:t>
            </a:r>
            <a:endParaRPr sz="3300">
              <a:latin typeface="Tahoma"/>
              <a:cs typeface="Tahoma"/>
            </a:endParaRPr>
          </a:p>
          <a:p>
            <a:pPr algn="just" marL="12700" marR="61594">
              <a:lnSpc>
                <a:spcPts val="3679"/>
              </a:lnSpc>
              <a:spcBef>
                <a:spcPts val="215"/>
              </a:spcBef>
            </a:pPr>
            <a:r>
              <a:rPr dirty="0" sz="3300" spc="55">
                <a:solidFill>
                  <a:srgbClr val="40349E"/>
                </a:solidFill>
                <a:latin typeface="Tahoma"/>
                <a:cs typeface="Tahoma"/>
              </a:rPr>
              <a:t>communication</a:t>
            </a:r>
            <a:r>
              <a:rPr dirty="0" sz="3300" spc="-215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300" spc="-10">
                <a:solidFill>
                  <a:srgbClr val="40349E"/>
                </a:solidFill>
                <a:latin typeface="Tahoma"/>
                <a:cs typeface="Tahoma"/>
              </a:rPr>
              <a:t>gaps,</a:t>
            </a:r>
            <a:r>
              <a:rPr dirty="0" sz="3300" spc="-215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300">
                <a:solidFill>
                  <a:srgbClr val="40349E"/>
                </a:solidFill>
                <a:latin typeface="Tahoma"/>
                <a:cs typeface="Tahoma"/>
              </a:rPr>
              <a:t>and</a:t>
            </a:r>
            <a:r>
              <a:rPr dirty="0" sz="3300" spc="-215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300" spc="50">
                <a:solidFill>
                  <a:srgbClr val="40349E"/>
                </a:solidFill>
                <a:latin typeface="Tahoma"/>
                <a:cs typeface="Tahoma"/>
              </a:rPr>
              <a:t>difficulty</a:t>
            </a:r>
            <a:r>
              <a:rPr dirty="0" sz="3300" spc="-215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300">
                <a:solidFill>
                  <a:srgbClr val="40349E"/>
                </a:solidFill>
                <a:latin typeface="Tahoma"/>
                <a:cs typeface="Tahoma"/>
              </a:rPr>
              <a:t>in</a:t>
            </a:r>
            <a:r>
              <a:rPr dirty="0" sz="3300" spc="-215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300">
                <a:solidFill>
                  <a:srgbClr val="40349E"/>
                </a:solidFill>
                <a:latin typeface="Tahoma"/>
                <a:cs typeface="Tahoma"/>
              </a:rPr>
              <a:t>managing</a:t>
            </a:r>
            <a:r>
              <a:rPr dirty="0" sz="3300" spc="-215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300" spc="45">
                <a:solidFill>
                  <a:srgbClr val="40349E"/>
                </a:solidFill>
                <a:latin typeface="Tahoma"/>
                <a:cs typeface="Tahoma"/>
              </a:rPr>
              <a:t>attendee</a:t>
            </a:r>
            <a:r>
              <a:rPr dirty="0" sz="3300" spc="-215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300" spc="-10">
                <a:solidFill>
                  <a:srgbClr val="40349E"/>
                </a:solidFill>
                <a:latin typeface="Tahoma"/>
                <a:cs typeface="Tahoma"/>
              </a:rPr>
              <a:t>information. </a:t>
            </a:r>
            <a:r>
              <a:rPr dirty="0" sz="3300">
                <a:solidFill>
                  <a:srgbClr val="40349E"/>
                </a:solidFill>
                <a:latin typeface="Tahoma"/>
                <a:cs typeface="Tahoma"/>
              </a:rPr>
              <a:t>EventEase</a:t>
            </a:r>
            <a:r>
              <a:rPr dirty="0" sz="3300" spc="-204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300" spc="90">
                <a:solidFill>
                  <a:srgbClr val="40349E"/>
                </a:solidFill>
                <a:latin typeface="Tahoma"/>
                <a:cs typeface="Tahoma"/>
              </a:rPr>
              <a:t>is</a:t>
            </a:r>
            <a:r>
              <a:rPr dirty="0" sz="3300" spc="-204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300">
                <a:solidFill>
                  <a:srgbClr val="40349E"/>
                </a:solidFill>
                <a:latin typeface="Tahoma"/>
                <a:cs typeface="Tahoma"/>
              </a:rPr>
              <a:t>a</a:t>
            </a:r>
            <a:r>
              <a:rPr dirty="0" sz="3300" spc="-20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300" spc="75">
                <a:solidFill>
                  <a:srgbClr val="40349E"/>
                </a:solidFill>
                <a:latin typeface="Tahoma"/>
                <a:cs typeface="Tahoma"/>
              </a:rPr>
              <a:t>mobile</a:t>
            </a:r>
            <a:r>
              <a:rPr dirty="0" sz="3300" spc="-204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300" spc="80">
                <a:solidFill>
                  <a:srgbClr val="40349E"/>
                </a:solidFill>
                <a:latin typeface="Tahoma"/>
                <a:cs typeface="Tahoma"/>
              </a:rPr>
              <a:t>self-</a:t>
            </a:r>
            <a:r>
              <a:rPr dirty="0" sz="3300" spc="55">
                <a:solidFill>
                  <a:srgbClr val="40349E"/>
                </a:solidFill>
                <a:latin typeface="Tahoma"/>
                <a:cs typeface="Tahoma"/>
              </a:rPr>
              <a:t>service</a:t>
            </a:r>
            <a:r>
              <a:rPr dirty="0" sz="3300" spc="-20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300" spc="50">
                <a:solidFill>
                  <a:srgbClr val="40349E"/>
                </a:solidFill>
                <a:latin typeface="Tahoma"/>
                <a:cs typeface="Tahoma"/>
              </a:rPr>
              <a:t>platform</a:t>
            </a:r>
            <a:r>
              <a:rPr dirty="0" sz="3300" spc="-204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300" spc="45">
                <a:solidFill>
                  <a:srgbClr val="40349E"/>
                </a:solidFill>
                <a:latin typeface="Tahoma"/>
                <a:cs typeface="Tahoma"/>
              </a:rPr>
              <a:t>designed</a:t>
            </a:r>
            <a:r>
              <a:rPr dirty="0" sz="3300" spc="-204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300" spc="50">
                <a:solidFill>
                  <a:srgbClr val="40349E"/>
                </a:solidFill>
                <a:latin typeface="Tahoma"/>
                <a:cs typeface="Tahoma"/>
              </a:rPr>
              <a:t>to</a:t>
            </a:r>
            <a:r>
              <a:rPr dirty="0" sz="3300" spc="-20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300">
                <a:solidFill>
                  <a:srgbClr val="40349E"/>
                </a:solidFill>
                <a:latin typeface="Tahoma"/>
                <a:cs typeface="Tahoma"/>
              </a:rPr>
              <a:t>give</a:t>
            </a:r>
            <a:r>
              <a:rPr dirty="0" sz="3300" spc="-204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300" spc="45">
                <a:solidFill>
                  <a:srgbClr val="40349E"/>
                </a:solidFill>
                <a:latin typeface="Tahoma"/>
                <a:cs typeface="Tahoma"/>
              </a:rPr>
              <a:t>attendees </a:t>
            </a:r>
            <a:r>
              <a:rPr dirty="0" sz="3300" spc="50">
                <a:solidFill>
                  <a:srgbClr val="40349E"/>
                </a:solidFill>
                <a:latin typeface="Tahoma"/>
                <a:cs typeface="Tahoma"/>
              </a:rPr>
              <a:t>independent</a:t>
            </a:r>
            <a:r>
              <a:rPr dirty="0" sz="3300" spc="-145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300">
                <a:solidFill>
                  <a:srgbClr val="40349E"/>
                </a:solidFill>
                <a:latin typeface="Tahoma"/>
                <a:cs typeface="Tahoma"/>
              </a:rPr>
              <a:t>and</a:t>
            </a:r>
            <a:r>
              <a:rPr dirty="0" sz="3300" spc="-14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300">
                <a:solidFill>
                  <a:srgbClr val="40349E"/>
                </a:solidFill>
                <a:latin typeface="Tahoma"/>
                <a:cs typeface="Tahoma"/>
              </a:rPr>
              <a:t>convenient</a:t>
            </a:r>
            <a:r>
              <a:rPr dirty="0" sz="3300" spc="-14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300" spc="90">
                <a:solidFill>
                  <a:srgbClr val="40349E"/>
                </a:solidFill>
                <a:latin typeface="Tahoma"/>
                <a:cs typeface="Tahoma"/>
              </a:rPr>
              <a:t>access</a:t>
            </a:r>
            <a:r>
              <a:rPr dirty="0" sz="3300" spc="-14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300" spc="50">
                <a:solidFill>
                  <a:srgbClr val="40349E"/>
                </a:solidFill>
                <a:latin typeface="Tahoma"/>
                <a:cs typeface="Tahoma"/>
              </a:rPr>
              <a:t>to</a:t>
            </a:r>
            <a:r>
              <a:rPr dirty="0" sz="3300" spc="-145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300">
                <a:solidFill>
                  <a:srgbClr val="40349E"/>
                </a:solidFill>
                <a:latin typeface="Tahoma"/>
                <a:cs typeface="Tahoma"/>
              </a:rPr>
              <a:t>event</a:t>
            </a:r>
            <a:r>
              <a:rPr dirty="0" sz="3300" spc="-14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300" spc="-10">
                <a:solidFill>
                  <a:srgbClr val="40349E"/>
                </a:solidFill>
                <a:latin typeface="Tahoma"/>
                <a:cs typeface="Tahoma"/>
              </a:rPr>
              <a:t>services.</a:t>
            </a:r>
            <a:endParaRPr sz="3300">
              <a:latin typeface="Tahoma"/>
              <a:cs typeface="Tahoma"/>
            </a:endParaRPr>
          </a:p>
          <a:p>
            <a:pPr algn="just" marL="12700">
              <a:lnSpc>
                <a:spcPts val="3445"/>
              </a:lnSpc>
            </a:pPr>
            <a:r>
              <a:rPr dirty="0" sz="3300" spc="65">
                <a:solidFill>
                  <a:srgbClr val="40349E"/>
                </a:solidFill>
                <a:latin typeface="Tahoma"/>
                <a:cs typeface="Tahoma"/>
              </a:rPr>
              <a:t>Attendees</a:t>
            </a:r>
            <a:r>
              <a:rPr dirty="0" sz="3300" spc="-125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300">
                <a:solidFill>
                  <a:srgbClr val="40349E"/>
                </a:solidFill>
                <a:latin typeface="Tahoma"/>
                <a:cs typeface="Tahoma"/>
              </a:rPr>
              <a:t>can</a:t>
            </a:r>
            <a:r>
              <a:rPr dirty="0" sz="3300" spc="-125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300" spc="50">
                <a:solidFill>
                  <a:srgbClr val="40349E"/>
                </a:solidFill>
                <a:latin typeface="Tahoma"/>
                <a:cs typeface="Tahoma"/>
              </a:rPr>
              <a:t>create</a:t>
            </a:r>
            <a:r>
              <a:rPr dirty="0" sz="3300" spc="-125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300">
                <a:solidFill>
                  <a:srgbClr val="40349E"/>
                </a:solidFill>
                <a:latin typeface="Tahoma"/>
                <a:cs typeface="Tahoma"/>
              </a:rPr>
              <a:t>accounts,</a:t>
            </a:r>
            <a:r>
              <a:rPr dirty="0" sz="3300" spc="-125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300" spc="60">
                <a:solidFill>
                  <a:srgbClr val="40349E"/>
                </a:solidFill>
                <a:latin typeface="Tahoma"/>
                <a:cs typeface="Tahoma"/>
              </a:rPr>
              <a:t>browse</a:t>
            </a:r>
            <a:r>
              <a:rPr dirty="0" sz="3300" spc="-125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300">
                <a:solidFill>
                  <a:srgbClr val="40349E"/>
                </a:solidFill>
                <a:latin typeface="Tahoma"/>
                <a:cs typeface="Tahoma"/>
              </a:rPr>
              <a:t>and</a:t>
            </a:r>
            <a:r>
              <a:rPr dirty="0" sz="3300" spc="-12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300">
                <a:solidFill>
                  <a:srgbClr val="40349E"/>
                </a:solidFill>
                <a:latin typeface="Tahoma"/>
                <a:cs typeface="Tahoma"/>
              </a:rPr>
              <a:t>register</a:t>
            </a:r>
            <a:r>
              <a:rPr dirty="0" sz="3300" spc="-125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300">
                <a:solidFill>
                  <a:srgbClr val="40349E"/>
                </a:solidFill>
                <a:latin typeface="Tahoma"/>
                <a:cs typeface="Tahoma"/>
              </a:rPr>
              <a:t>for</a:t>
            </a:r>
            <a:r>
              <a:rPr dirty="0" sz="3300" spc="-125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300">
                <a:solidFill>
                  <a:srgbClr val="40349E"/>
                </a:solidFill>
                <a:latin typeface="Tahoma"/>
                <a:cs typeface="Tahoma"/>
              </a:rPr>
              <a:t>events,</a:t>
            </a:r>
            <a:r>
              <a:rPr dirty="0" sz="3300" spc="-125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300" spc="-20">
                <a:solidFill>
                  <a:srgbClr val="40349E"/>
                </a:solidFill>
                <a:latin typeface="Tahoma"/>
                <a:cs typeface="Tahoma"/>
              </a:rPr>
              <a:t>view</a:t>
            </a:r>
            <a:endParaRPr sz="3300">
              <a:latin typeface="Tahoma"/>
              <a:cs typeface="Tahoma"/>
            </a:endParaRPr>
          </a:p>
          <a:p>
            <a:pPr marL="12700" marR="827405">
              <a:lnSpc>
                <a:spcPts val="3679"/>
              </a:lnSpc>
              <a:spcBef>
                <a:spcPts val="210"/>
              </a:spcBef>
            </a:pPr>
            <a:r>
              <a:rPr dirty="0" sz="3300" spc="55">
                <a:solidFill>
                  <a:srgbClr val="40349E"/>
                </a:solidFill>
                <a:latin typeface="Tahoma"/>
                <a:cs typeface="Tahoma"/>
              </a:rPr>
              <a:t>schedules,</a:t>
            </a:r>
            <a:r>
              <a:rPr dirty="0" sz="3300" spc="-204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300" spc="90">
                <a:solidFill>
                  <a:srgbClr val="40349E"/>
                </a:solidFill>
                <a:latin typeface="Tahoma"/>
                <a:cs typeface="Tahoma"/>
              </a:rPr>
              <a:t>select</a:t>
            </a:r>
            <a:r>
              <a:rPr dirty="0" sz="3300" spc="-20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300">
                <a:solidFill>
                  <a:srgbClr val="40349E"/>
                </a:solidFill>
                <a:latin typeface="Tahoma"/>
                <a:cs typeface="Tahoma"/>
              </a:rPr>
              <a:t>or</a:t>
            </a:r>
            <a:r>
              <a:rPr dirty="0" sz="3300" spc="-20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300" spc="55">
                <a:solidFill>
                  <a:srgbClr val="40349E"/>
                </a:solidFill>
                <a:latin typeface="Tahoma"/>
                <a:cs typeface="Tahoma"/>
              </a:rPr>
              <a:t>track</a:t>
            </a:r>
            <a:r>
              <a:rPr dirty="0" sz="3300" spc="-20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300" spc="55">
                <a:solidFill>
                  <a:srgbClr val="40349E"/>
                </a:solidFill>
                <a:latin typeface="Tahoma"/>
                <a:cs typeface="Tahoma"/>
              </a:rPr>
              <a:t>sessions,</a:t>
            </a:r>
            <a:r>
              <a:rPr dirty="0" sz="3300" spc="-204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300">
                <a:solidFill>
                  <a:srgbClr val="40349E"/>
                </a:solidFill>
                <a:latin typeface="Tahoma"/>
                <a:cs typeface="Tahoma"/>
              </a:rPr>
              <a:t>and</a:t>
            </a:r>
            <a:r>
              <a:rPr dirty="0" sz="3300" spc="-20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300" spc="90">
                <a:solidFill>
                  <a:srgbClr val="40349E"/>
                </a:solidFill>
                <a:latin typeface="Tahoma"/>
                <a:cs typeface="Tahoma"/>
              </a:rPr>
              <a:t>access</a:t>
            </a:r>
            <a:r>
              <a:rPr dirty="0" sz="3300" spc="-20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300">
                <a:solidFill>
                  <a:srgbClr val="40349E"/>
                </a:solidFill>
                <a:latin typeface="Tahoma"/>
                <a:cs typeface="Tahoma"/>
              </a:rPr>
              <a:t>venue</a:t>
            </a:r>
            <a:r>
              <a:rPr dirty="0" sz="3300" spc="-20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300">
                <a:solidFill>
                  <a:srgbClr val="40349E"/>
                </a:solidFill>
                <a:latin typeface="Tahoma"/>
                <a:cs typeface="Tahoma"/>
              </a:rPr>
              <a:t>and</a:t>
            </a:r>
            <a:r>
              <a:rPr dirty="0" sz="3300" spc="-204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300" spc="50">
                <a:solidFill>
                  <a:srgbClr val="40349E"/>
                </a:solidFill>
                <a:latin typeface="Tahoma"/>
                <a:cs typeface="Tahoma"/>
              </a:rPr>
              <a:t>speaker </a:t>
            </a:r>
            <a:r>
              <a:rPr dirty="0" sz="3300" spc="35">
                <a:solidFill>
                  <a:srgbClr val="40349E"/>
                </a:solidFill>
                <a:latin typeface="Tahoma"/>
                <a:cs typeface="Tahoma"/>
              </a:rPr>
              <a:t>details.</a:t>
            </a:r>
            <a:endParaRPr sz="3300">
              <a:latin typeface="Tahoma"/>
              <a:cs typeface="Tahoma"/>
            </a:endParaRPr>
          </a:p>
          <a:p>
            <a:pPr marL="12700">
              <a:lnSpc>
                <a:spcPts val="3450"/>
              </a:lnSpc>
            </a:pPr>
            <a:r>
              <a:rPr dirty="0" sz="3300">
                <a:solidFill>
                  <a:srgbClr val="40349E"/>
                </a:solidFill>
                <a:latin typeface="Tahoma"/>
                <a:cs typeface="Tahoma"/>
              </a:rPr>
              <a:t>The</a:t>
            </a:r>
            <a:r>
              <a:rPr dirty="0" sz="3300" spc="-165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300" spc="65">
                <a:solidFill>
                  <a:srgbClr val="40349E"/>
                </a:solidFill>
                <a:latin typeface="Tahoma"/>
                <a:cs typeface="Tahoma"/>
              </a:rPr>
              <a:t>system</a:t>
            </a:r>
            <a:r>
              <a:rPr dirty="0" sz="3300" spc="-165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300" spc="55">
                <a:solidFill>
                  <a:srgbClr val="40349E"/>
                </a:solidFill>
                <a:latin typeface="Tahoma"/>
                <a:cs typeface="Tahoma"/>
              </a:rPr>
              <a:t>centrally</a:t>
            </a:r>
            <a:r>
              <a:rPr dirty="0" sz="3300" spc="-165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300">
                <a:solidFill>
                  <a:srgbClr val="40349E"/>
                </a:solidFill>
                <a:latin typeface="Tahoma"/>
                <a:cs typeface="Tahoma"/>
              </a:rPr>
              <a:t>manages</a:t>
            </a:r>
            <a:r>
              <a:rPr dirty="0" sz="3300" spc="-165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300">
                <a:solidFill>
                  <a:srgbClr val="40349E"/>
                </a:solidFill>
                <a:latin typeface="Tahoma"/>
                <a:cs typeface="Tahoma"/>
              </a:rPr>
              <a:t>attendee,</a:t>
            </a:r>
            <a:r>
              <a:rPr dirty="0" sz="3300" spc="-165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300">
                <a:solidFill>
                  <a:srgbClr val="40349E"/>
                </a:solidFill>
                <a:latin typeface="Tahoma"/>
                <a:cs typeface="Tahoma"/>
              </a:rPr>
              <a:t>event,</a:t>
            </a:r>
            <a:r>
              <a:rPr dirty="0" sz="3300" spc="-165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300" spc="50">
                <a:solidFill>
                  <a:srgbClr val="40349E"/>
                </a:solidFill>
                <a:latin typeface="Tahoma"/>
                <a:cs typeface="Tahoma"/>
              </a:rPr>
              <a:t>session,</a:t>
            </a:r>
            <a:r>
              <a:rPr dirty="0" sz="3300" spc="-16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300" spc="-10">
                <a:solidFill>
                  <a:srgbClr val="40349E"/>
                </a:solidFill>
                <a:latin typeface="Tahoma"/>
                <a:cs typeface="Tahoma"/>
              </a:rPr>
              <a:t>registration,</a:t>
            </a:r>
            <a:endParaRPr sz="3300">
              <a:latin typeface="Tahoma"/>
              <a:cs typeface="Tahoma"/>
            </a:endParaRPr>
          </a:p>
          <a:p>
            <a:pPr marL="12700">
              <a:lnSpc>
                <a:spcPts val="3675"/>
              </a:lnSpc>
            </a:pPr>
            <a:r>
              <a:rPr dirty="0" sz="3300">
                <a:solidFill>
                  <a:srgbClr val="40349E"/>
                </a:solidFill>
                <a:latin typeface="Tahoma"/>
                <a:cs typeface="Tahoma"/>
              </a:rPr>
              <a:t>venue,</a:t>
            </a:r>
            <a:r>
              <a:rPr dirty="0" sz="3300" spc="-15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300">
                <a:solidFill>
                  <a:srgbClr val="40349E"/>
                </a:solidFill>
                <a:latin typeface="Tahoma"/>
                <a:cs typeface="Tahoma"/>
              </a:rPr>
              <a:t>speaker,</a:t>
            </a:r>
            <a:r>
              <a:rPr dirty="0" sz="3300" spc="-145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300">
                <a:solidFill>
                  <a:srgbClr val="40349E"/>
                </a:solidFill>
                <a:latin typeface="Tahoma"/>
                <a:cs typeface="Tahoma"/>
              </a:rPr>
              <a:t>and</a:t>
            </a:r>
            <a:r>
              <a:rPr dirty="0" sz="3300" spc="-15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300" spc="45">
                <a:solidFill>
                  <a:srgbClr val="40349E"/>
                </a:solidFill>
                <a:latin typeface="Tahoma"/>
                <a:cs typeface="Tahoma"/>
              </a:rPr>
              <a:t>notification</a:t>
            </a:r>
            <a:r>
              <a:rPr dirty="0" sz="3300" spc="-145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300" spc="-10">
                <a:solidFill>
                  <a:srgbClr val="40349E"/>
                </a:solidFill>
                <a:latin typeface="Tahoma"/>
                <a:cs typeface="Tahoma"/>
              </a:rPr>
              <a:t>data.</a:t>
            </a:r>
            <a:endParaRPr sz="3300">
              <a:latin typeface="Tahoma"/>
              <a:cs typeface="Tahoma"/>
            </a:endParaRPr>
          </a:p>
          <a:p>
            <a:pPr marL="12700" marR="33655">
              <a:lnSpc>
                <a:spcPts val="3679"/>
              </a:lnSpc>
              <a:spcBef>
                <a:spcPts val="215"/>
              </a:spcBef>
            </a:pPr>
            <a:r>
              <a:rPr dirty="0" sz="3300">
                <a:solidFill>
                  <a:srgbClr val="40349E"/>
                </a:solidFill>
                <a:latin typeface="Tahoma"/>
                <a:cs typeface="Tahoma"/>
              </a:rPr>
              <a:t>The</a:t>
            </a:r>
            <a:r>
              <a:rPr dirty="0" sz="3300" spc="-16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300">
                <a:solidFill>
                  <a:srgbClr val="40349E"/>
                </a:solidFill>
                <a:latin typeface="Tahoma"/>
                <a:cs typeface="Tahoma"/>
              </a:rPr>
              <a:t>main</a:t>
            </a:r>
            <a:r>
              <a:rPr dirty="0" sz="3300" spc="-16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300">
                <a:solidFill>
                  <a:srgbClr val="40349E"/>
                </a:solidFill>
                <a:latin typeface="Tahoma"/>
                <a:cs typeface="Tahoma"/>
              </a:rPr>
              <a:t>goal</a:t>
            </a:r>
            <a:r>
              <a:rPr dirty="0" sz="3300" spc="-16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300" spc="90">
                <a:solidFill>
                  <a:srgbClr val="40349E"/>
                </a:solidFill>
                <a:latin typeface="Tahoma"/>
                <a:cs typeface="Tahoma"/>
              </a:rPr>
              <a:t>is</a:t>
            </a:r>
            <a:r>
              <a:rPr dirty="0" sz="3300" spc="-16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300" spc="50">
                <a:solidFill>
                  <a:srgbClr val="40349E"/>
                </a:solidFill>
                <a:latin typeface="Tahoma"/>
                <a:cs typeface="Tahoma"/>
              </a:rPr>
              <a:t>to</a:t>
            </a:r>
            <a:r>
              <a:rPr dirty="0" sz="3300" spc="-16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300" spc="55">
                <a:solidFill>
                  <a:srgbClr val="40349E"/>
                </a:solidFill>
                <a:latin typeface="Tahoma"/>
                <a:cs typeface="Tahoma"/>
              </a:rPr>
              <a:t>reduce</a:t>
            </a:r>
            <a:r>
              <a:rPr dirty="0" sz="3300" spc="-16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300">
                <a:solidFill>
                  <a:srgbClr val="40349E"/>
                </a:solidFill>
                <a:latin typeface="Tahoma"/>
                <a:cs typeface="Tahoma"/>
              </a:rPr>
              <a:t>manual</a:t>
            </a:r>
            <a:r>
              <a:rPr dirty="0" sz="3300" spc="-16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300" spc="60">
                <a:solidFill>
                  <a:srgbClr val="40349E"/>
                </a:solidFill>
                <a:latin typeface="Tahoma"/>
                <a:cs typeface="Tahoma"/>
              </a:rPr>
              <a:t>workload</a:t>
            </a:r>
            <a:r>
              <a:rPr dirty="0" sz="3300" spc="-16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300">
                <a:solidFill>
                  <a:srgbClr val="40349E"/>
                </a:solidFill>
                <a:latin typeface="Tahoma"/>
                <a:cs typeface="Tahoma"/>
              </a:rPr>
              <a:t>for</a:t>
            </a:r>
            <a:r>
              <a:rPr dirty="0" sz="3300" spc="-16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300">
                <a:solidFill>
                  <a:srgbClr val="40349E"/>
                </a:solidFill>
                <a:latin typeface="Tahoma"/>
                <a:cs typeface="Tahoma"/>
              </a:rPr>
              <a:t>organizers</a:t>
            </a:r>
            <a:r>
              <a:rPr dirty="0" sz="3300" spc="-16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300">
                <a:solidFill>
                  <a:srgbClr val="40349E"/>
                </a:solidFill>
                <a:latin typeface="Tahoma"/>
                <a:cs typeface="Tahoma"/>
              </a:rPr>
              <a:t>and</a:t>
            </a:r>
            <a:r>
              <a:rPr dirty="0" sz="3300" spc="-16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300" spc="-10">
                <a:solidFill>
                  <a:srgbClr val="40349E"/>
                </a:solidFill>
                <a:latin typeface="Tahoma"/>
                <a:cs typeface="Tahoma"/>
              </a:rPr>
              <a:t>provide </a:t>
            </a:r>
            <a:r>
              <a:rPr dirty="0" sz="3300" spc="55">
                <a:solidFill>
                  <a:srgbClr val="40349E"/>
                </a:solidFill>
                <a:latin typeface="Tahoma"/>
                <a:cs typeface="Tahoma"/>
              </a:rPr>
              <a:t>attendees</a:t>
            </a:r>
            <a:r>
              <a:rPr dirty="0" sz="3300" spc="-15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300">
                <a:solidFill>
                  <a:srgbClr val="40349E"/>
                </a:solidFill>
                <a:latin typeface="Tahoma"/>
                <a:cs typeface="Tahoma"/>
              </a:rPr>
              <a:t>with</a:t>
            </a:r>
            <a:r>
              <a:rPr dirty="0" sz="3300" spc="-15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300">
                <a:solidFill>
                  <a:srgbClr val="40349E"/>
                </a:solidFill>
                <a:latin typeface="Tahoma"/>
                <a:cs typeface="Tahoma"/>
              </a:rPr>
              <a:t>faster,</a:t>
            </a:r>
            <a:r>
              <a:rPr dirty="0" sz="3300" spc="-15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300">
                <a:solidFill>
                  <a:srgbClr val="40349E"/>
                </a:solidFill>
                <a:latin typeface="Tahoma"/>
                <a:cs typeface="Tahoma"/>
              </a:rPr>
              <a:t>organized,</a:t>
            </a:r>
            <a:r>
              <a:rPr dirty="0" sz="3300" spc="-15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300">
                <a:solidFill>
                  <a:srgbClr val="40349E"/>
                </a:solidFill>
                <a:latin typeface="Tahoma"/>
                <a:cs typeface="Tahoma"/>
              </a:rPr>
              <a:t>and</a:t>
            </a:r>
            <a:r>
              <a:rPr dirty="0" sz="3300" spc="-15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300" spc="50">
                <a:solidFill>
                  <a:srgbClr val="40349E"/>
                </a:solidFill>
                <a:latin typeface="Tahoma"/>
                <a:cs typeface="Tahoma"/>
              </a:rPr>
              <a:t>independent</a:t>
            </a:r>
            <a:r>
              <a:rPr dirty="0" sz="3300" spc="-15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300">
                <a:solidFill>
                  <a:srgbClr val="40349E"/>
                </a:solidFill>
                <a:latin typeface="Tahoma"/>
                <a:cs typeface="Tahoma"/>
              </a:rPr>
              <a:t>event</a:t>
            </a:r>
            <a:r>
              <a:rPr dirty="0" sz="3300" spc="-15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300" spc="-10">
                <a:solidFill>
                  <a:srgbClr val="40349E"/>
                </a:solidFill>
                <a:latin typeface="Tahoma"/>
                <a:cs typeface="Tahoma"/>
              </a:rPr>
              <a:t>services.</a:t>
            </a:r>
            <a:endParaRPr sz="33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348769" y="928672"/>
            <a:ext cx="9951085" cy="158432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0200" spc="459"/>
              <a:t>INTRODUCTION</a:t>
            </a:r>
            <a:endParaRPr sz="102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08088" y="3336060"/>
            <a:ext cx="152400" cy="1523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08088" y="4269510"/>
            <a:ext cx="152400" cy="1523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08088" y="5202960"/>
            <a:ext cx="152400" cy="1523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08088" y="6136410"/>
            <a:ext cx="152400" cy="1523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08088" y="7536585"/>
            <a:ext cx="152400" cy="15239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08088" y="8003310"/>
            <a:ext cx="152400" cy="152399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57150" rIns="0" bIns="0" rtlCol="0" vert="horz">
            <a:spAutoFit/>
          </a:bodyPr>
          <a:lstStyle/>
          <a:p>
            <a:pPr marL="12700" marR="5080">
              <a:lnSpc>
                <a:spcPts val="3679"/>
              </a:lnSpc>
              <a:spcBef>
                <a:spcPts val="450"/>
              </a:spcBef>
            </a:pPr>
            <a:r>
              <a:rPr dirty="0" spc="65"/>
              <a:t>Attendees</a:t>
            </a:r>
            <a:r>
              <a:rPr dirty="0" spc="-105"/>
              <a:t> </a:t>
            </a:r>
            <a:r>
              <a:rPr dirty="0"/>
              <a:t>often</a:t>
            </a:r>
            <a:r>
              <a:rPr dirty="0" spc="-105"/>
              <a:t> </a:t>
            </a:r>
            <a:r>
              <a:rPr dirty="0" spc="55"/>
              <a:t>depend</a:t>
            </a:r>
            <a:r>
              <a:rPr dirty="0" spc="-100"/>
              <a:t> </a:t>
            </a:r>
            <a:r>
              <a:rPr dirty="0"/>
              <a:t>on</a:t>
            </a:r>
            <a:r>
              <a:rPr dirty="0" spc="-105"/>
              <a:t> </a:t>
            </a:r>
            <a:r>
              <a:rPr dirty="0"/>
              <a:t>organizers</a:t>
            </a:r>
            <a:r>
              <a:rPr dirty="0" spc="-100"/>
              <a:t> </a:t>
            </a:r>
            <a:r>
              <a:rPr dirty="0"/>
              <a:t>for</a:t>
            </a:r>
            <a:r>
              <a:rPr dirty="0" spc="-105"/>
              <a:t> </a:t>
            </a:r>
            <a:r>
              <a:rPr dirty="0"/>
              <a:t>event</a:t>
            </a:r>
            <a:r>
              <a:rPr dirty="0" spc="-100"/>
              <a:t> </a:t>
            </a:r>
            <a:r>
              <a:rPr dirty="0"/>
              <a:t>information</a:t>
            </a:r>
            <a:r>
              <a:rPr dirty="0" spc="-105"/>
              <a:t> </a:t>
            </a:r>
            <a:r>
              <a:rPr dirty="0" spc="-25"/>
              <a:t>and </a:t>
            </a:r>
            <a:r>
              <a:rPr dirty="0" spc="75"/>
              <a:t>basic</a:t>
            </a:r>
            <a:r>
              <a:rPr dirty="0" spc="-254"/>
              <a:t> </a:t>
            </a:r>
            <a:r>
              <a:rPr dirty="0" spc="-10"/>
              <a:t>services.</a:t>
            </a:r>
          </a:p>
          <a:p>
            <a:pPr marL="12700">
              <a:lnSpc>
                <a:spcPts val="3450"/>
              </a:lnSpc>
            </a:pPr>
            <a:r>
              <a:rPr dirty="0" spc="50"/>
              <a:t>Manual</a:t>
            </a:r>
            <a:r>
              <a:rPr dirty="0" spc="-170"/>
              <a:t> </a:t>
            </a:r>
            <a:r>
              <a:rPr dirty="0" spc="75"/>
              <a:t>processes</a:t>
            </a:r>
            <a:r>
              <a:rPr dirty="0" spc="-155"/>
              <a:t> </a:t>
            </a:r>
            <a:r>
              <a:rPr dirty="0"/>
              <a:t>can</a:t>
            </a:r>
            <a:r>
              <a:rPr dirty="0" spc="-160"/>
              <a:t> </a:t>
            </a:r>
            <a:r>
              <a:rPr dirty="0" spc="70"/>
              <a:t>lead</a:t>
            </a:r>
            <a:r>
              <a:rPr dirty="0" spc="-155"/>
              <a:t> </a:t>
            </a:r>
            <a:r>
              <a:rPr dirty="0" spc="50"/>
              <a:t>to</a:t>
            </a:r>
            <a:r>
              <a:rPr dirty="0" spc="-160"/>
              <a:t> </a:t>
            </a:r>
            <a:r>
              <a:rPr dirty="0"/>
              <a:t>delays,</a:t>
            </a:r>
            <a:r>
              <a:rPr dirty="0" spc="-155"/>
              <a:t> </a:t>
            </a:r>
            <a:r>
              <a:rPr dirty="0" spc="50"/>
              <a:t>repeated</a:t>
            </a:r>
            <a:r>
              <a:rPr dirty="0" spc="-160"/>
              <a:t> </a:t>
            </a:r>
            <a:r>
              <a:rPr dirty="0"/>
              <a:t>queries,</a:t>
            </a:r>
            <a:r>
              <a:rPr dirty="0" spc="-155"/>
              <a:t> </a:t>
            </a:r>
            <a:r>
              <a:rPr dirty="0" spc="-25"/>
              <a:t>and</a:t>
            </a:r>
          </a:p>
          <a:p>
            <a:pPr marL="12700">
              <a:lnSpc>
                <a:spcPts val="3675"/>
              </a:lnSpc>
            </a:pPr>
            <a:r>
              <a:rPr dirty="0" spc="50"/>
              <a:t>difficulty</a:t>
            </a:r>
            <a:r>
              <a:rPr dirty="0" spc="-225"/>
              <a:t> </a:t>
            </a:r>
            <a:r>
              <a:rPr dirty="0"/>
              <a:t>in</a:t>
            </a:r>
            <a:r>
              <a:rPr dirty="0" spc="-220"/>
              <a:t> </a:t>
            </a:r>
            <a:r>
              <a:rPr dirty="0"/>
              <a:t>managing</a:t>
            </a:r>
            <a:r>
              <a:rPr dirty="0" spc="-220"/>
              <a:t> </a:t>
            </a:r>
            <a:r>
              <a:rPr dirty="0" spc="45"/>
              <a:t>attendee</a:t>
            </a:r>
            <a:r>
              <a:rPr dirty="0" spc="-220"/>
              <a:t> </a:t>
            </a:r>
            <a:r>
              <a:rPr dirty="0" spc="-10"/>
              <a:t>information.</a:t>
            </a:r>
          </a:p>
          <a:p>
            <a:pPr marL="12700" marR="283210">
              <a:lnSpc>
                <a:spcPts val="3679"/>
              </a:lnSpc>
              <a:spcBef>
                <a:spcPts val="215"/>
              </a:spcBef>
            </a:pPr>
            <a:r>
              <a:rPr dirty="0"/>
              <a:t>EventEase</a:t>
            </a:r>
            <a:r>
              <a:rPr dirty="0" spc="-180"/>
              <a:t> </a:t>
            </a:r>
            <a:r>
              <a:rPr dirty="0" spc="45"/>
              <a:t>provides</a:t>
            </a:r>
            <a:r>
              <a:rPr dirty="0" spc="-175"/>
              <a:t> </a:t>
            </a:r>
            <a:r>
              <a:rPr dirty="0"/>
              <a:t>a</a:t>
            </a:r>
            <a:r>
              <a:rPr dirty="0" spc="-180"/>
              <a:t> </a:t>
            </a:r>
            <a:r>
              <a:rPr dirty="0" spc="75"/>
              <a:t>mobile</a:t>
            </a:r>
            <a:r>
              <a:rPr dirty="0" spc="-175"/>
              <a:t> </a:t>
            </a:r>
            <a:r>
              <a:rPr dirty="0" spc="50"/>
              <a:t>platform</a:t>
            </a:r>
            <a:r>
              <a:rPr dirty="0" spc="-180"/>
              <a:t> </a:t>
            </a:r>
            <a:r>
              <a:rPr dirty="0"/>
              <a:t>that</a:t>
            </a:r>
            <a:r>
              <a:rPr dirty="0" spc="-175"/>
              <a:t> </a:t>
            </a:r>
            <a:r>
              <a:rPr dirty="0" spc="85"/>
              <a:t>allows</a:t>
            </a:r>
            <a:r>
              <a:rPr dirty="0" spc="-180"/>
              <a:t> </a:t>
            </a:r>
            <a:r>
              <a:rPr dirty="0" spc="55"/>
              <a:t>attendees</a:t>
            </a:r>
            <a:r>
              <a:rPr dirty="0" spc="-175"/>
              <a:t> </a:t>
            </a:r>
            <a:r>
              <a:rPr dirty="0" spc="25"/>
              <a:t>to </a:t>
            </a:r>
            <a:r>
              <a:rPr dirty="0"/>
              <a:t>perform</a:t>
            </a:r>
            <a:r>
              <a:rPr dirty="0" spc="-65"/>
              <a:t> </a:t>
            </a:r>
            <a:r>
              <a:rPr dirty="0"/>
              <a:t>event-</a:t>
            </a:r>
            <a:r>
              <a:rPr dirty="0" spc="55"/>
              <a:t>related</a:t>
            </a:r>
            <a:r>
              <a:rPr dirty="0" spc="-65"/>
              <a:t> </a:t>
            </a:r>
            <a:r>
              <a:rPr dirty="0" spc="75"/>
              <a:t>tasks</a:t>
            </a:r>
            <a:r>
              <a:rPr dirty="0" spc="-60"/>
              <a:t> </a:t>
            </a:r>
            <a:r>
              <a:rPr dirty="0" spc="-10"/>
              <a:t>independently.</a:t>
            </a:r>
          </a:p>
          <a:p>
            <a:pPr marL="12700">
              <a:lnSpc>
                <a:spcPts val="3450"/>
              </a:lnSpc>
            </a:pPr>
            <a:r>
              <a:rPr dirty="0"/>
              <a:t>The</a:t>
            </a:r>
            <a:r>
              <a:rPr dirty="0" spc="-190"/>
              <a:t> </a:t>
            </a:r>
            <a:r>
              <a:rPr dirty="0" spc="55"/>
              <a:t>application</a:t>
            </a:r>
            <a:r>
              <a:rPr dirty="0" spc="-190"/>
              <a:t> </a:t>
            </a:r>
            <a:r>
              <a:rPr dirty="0"/>
              <a:t>offers</a:t>
            </a:r>
            <a:r>
              <a:rPr dirty="0" spc="-185"/>
              <a:t> </a:t>
            </a:r>
            <a:r>
              <a:rPr dirty="0"/>
              <a:t>a</a:t>
            </a:r>
            <a:r>
              <a:rPr dirty="0" spc="-190"/>
              <a:t> </a:t>
            </a:r>
            <a:r>
              <a:rPr dirty="0" spc="55"/>
              <a:t>centralized</a:t>
            </a:r>
            <a:r>
              <a:rPr dirty="0" spc="-190"/>
              <a:t> </a:t>
            </a:r>
            <a:r>
              <a:rPr dirty="0" spc="50"/>
              <a:t>platform</a:t>
            </a:r>
            <a:r>
              <a:rPr dirty="0" spc="-185"/>
              <a:t> </a:t>
            </a:r>
            <a:r>
              <a:rPr dirty="0"/>
              <a:t>for</a:t>
            </a:r>
            <a:r>
              <a:rPr dirty="0" spc="-190"/>
              <a:t> </a:t>
            </a:r>
            <a:r>
              <a:rPr dirty="0" spc="-10"/>
              <a:t>event</a:t>
            </a:r>
          </a:p>
          <a:p>
            <a:pPr marL="12700" marR="670560">
              <a:lnSpc>
                <a:spcPts val="3679"/>
              </a:lnSpc>
              <a:spcBef>
                <a:spcPts val="210"/>
              </a:spcBef>
            </a:pPr>
            <a:r>
              <a:rPr dirty="0"/>
              <a:t>registration,</a:t>
            </a:r>
            <a:r>
              <a:rPr dirty="0" spc="-160"/>
              <a:t> </a:t>
            </a:r>
            <a:r>
              <a:rPr dirty="0" spc="55"/>
              <a:t>schedules,</a:t>
            </a:r>
            <a:r>
              <a:rPr dirty="0" spc="-155"/>
              <a:t> </a:t>
            </a:r>
            <a:r>
              <a:rPr dirty="0" spc="55"/>
              <a:t>sessions,</a:t>
            </a:r>
            <a:r>
              <a:rPr dirty="0" spc="-155"/>
              <a:t> </a:t>
            </a:r>
            <a:r>
              <a:rPr dirty="0"/>
              <a:t>venue</a:t>
            </a:r>
            <a:r>
              <a:rPr dirty="0" spc="-155"/>
              <a:t> </a:t>
            </a:r>
            <a:r>
              <a:rPr dirty="0"/>
              <a:t>and</a:t>
            </a:r>
            <a:r>
              <a:rPr dirty="0" spc="-160"/>
              <a:t> </a:t>
            </a:r>
            <a:r>
              <a:rPr dirty="0" spc="60"/>
              <a:t>speaker</a:t>
            </a:r>
            <a:r>
              <a:rPr dirty="0" spc="-155"/>
              <a:t> </a:t>
            </a:r>
            <a:r>
              <a:rPr dirty="0" spc="35"/>
              <a:t>details, </a:t>
            </a:r>
            <a:r>
              <a:rPr dirty="0"/>
              <a:t>and</a:t>
            </a:r>
            <a:r>
              <a:rPr dirty="0" spc="-160"/>
              <a:t> </a:t>
            </a:r>
            <a:r>
              <a:rPr dirty="0" spc="-10"/>
              <a:t>notifications.</a:t>
            </a:r>
          </a:p>
          <a:p>
            <a:pPr marL="12700">
              <a:lnSpc>
                <a:spcPts val="3450"/>
              </a:lnSpc>
            </a:pPr>
            <a:r>
              <a:rPr dirty="0"/>
              <a:t>The</a:t>
            </a:r>
            <a:r>
              <a:rPr dirty="0" spc="-195"/>
              <a:t> </a:t>
            </a:r>
            <a:r>
              <a:rPr dirty="0" spc="65"/>
              <a:t>system</a:t>
            </a:r>
            <a:r>
              <a:rPr dirty="0" spc="-195"/>
              <a:t> </a:t>
            </a:r>
            <a:r>
              <a:rPr dirty="0" spc="65"/>
              <a:t>aims</a:t>
            </a:r>
            <a:r>
              <a:rPr dirty="0" spc="-195"/>
              <a:t> </a:t>
            </a:r>
            <a:r>
              <a:rPr dirty="0" spc="50"/>
              <a:t>to</a:t>
            </a:r>
            <a:r>
              <a:rPr dirty="0" spc="-195"/>
              <a:t> </a:t>
            </a:r>
            <a:r>
              <a:rPr dirty="0" spc="55"/>
              <a:t>reduce</a:t>
            </a:r>
            <a:r>
              <a:rPr dirty="0" spc="-195"/>
              <a:t> </a:t>
            </a:r>
            <a:r>
              <a:rPr dirty="0"/>
              <a:t>the</a:t>
            </a:r>
            <a:r>
              <a:rPr dirty="0" spc="-195"/>
              <a:t> </a:t>
            </a:r>
            <a:r>
              <a:rPr dirty="0"/>
              <a:t>manual</a:t>
            </a:r>
            <a:r>
              <a:rPr dirty="0" spc="-195"/>
              <a:t> </a:t>
            </a:r>
            <a:r>
              <a:rPr dirty="0" spc="60"/>
              <a:t>workload</a:t>
            </a:r>
            <a:r>
              <a:rPr dirty="0" spc="-190"/>
              <a:t> </a:t>
            </a:r>
            <a:r>
              <a:rPr dirty="0"/>
              <a:t>of</a:t>
            </a:r>
            <a:r>
              <a:rPr dirty="0" spc="-195"/>
              <a:t> </a:t>
            </a:r>
            <a:r>
              <a:rPr dirty="0" spc="-10"/>
              <a:t>organizers.</a:t>
            </a:r>
          </a:p>
          <a:p>
            <a:pPr marL="12700" marR="676275">
              <a:lnSpc>
                <a:spcPts val="3670"/>
              </a:lnSpc>
              <a:spcBef>
                <a:spcPts val="225"/>
              </a:spcBef>
            </a:pPr>
            <a:r>
              <a:rPr dirty="0" spc="65"/>
              <a:t>It</a:t>
            </a:r>
            <a:r>
              <a:rPr dirty="0" spc="-220"/>
              <a:t> </a:t>
            </a:r>
            <a:r>
              <a:rPr dirty="0" spc="75"/>
              <a:t>also</a:t>
            </a:r>
            <a:r>
              <a:rPr dirty="0" spc="-215"/>
              <a:t> </a:t>
            </a:r>
            <a:r>
              <a:rPr dirty="0" spc="50"/>
              <a:t>improves</a:t>
            </a:r>
            <a:r>
              <a:rPr dirty="0" spc="-215"/>
              <a:t> </a:t>
            </a:r>
            <a:r>
              <a:rPr dirty="0"/>
              <a:t>the</a:t>
            </a:r>
            <a:r>
              <a:rPr dirty="0" spc="-215"/>
              <a:t> </a:t>
            </a:r>
            <a:r>
              <a:rPr dirty="0" spc="45"/>
              <a:t>attendee</a:t>
            </a:r>
            <a:r>
              <a:rPr dirty="0" spc="-220"/>
              <a:t> </a:t>
            </a:r>
            <a:r>
              <a:rPr dirty="0" spc="55"/>
              <a:t>experience</a:t>
            </a:r>
            <a:r>
              <a:rPr dirty="0" spc="-215"/>
              <a:t> </a:t>
            </a:r>
            <a:r>
              <a:rPr dirty="0"/>
              <a:t>by</a:t>
            </a:r>
            <a:r>
              <a:rPr dirty="0" spc="-215"/>
              <a:t> </a:t>
            </a:r>
            <a:r>
              <a:rPr dirty="0" spc="-10"/>
              <a:t>providing </a:t>
            </a:r>
            <a:r>
              <a:rPr dirty="0"/>
              <a:t>convenient,</a:t>
            </a:r>
            <a:r>
              <a:rPr dirty="0" spc="-150"/>
              <a:t> </a:t>
            </a:r>
            <a:r>
              <a:rPr dirty="0"/>
              <a:t>faster,</a:t>
            </a:r>
            <a:r>
              <a:rPr dirty="0" spc="-150"/>
              <a:t> </a:t>
            </a:r>
            <a:r>
              <a:rPr dirty="0"/>
              <a:t>and</a:t>
            </a:r>
            <a:r>
              <a:rPr dirty="0" spc="-150"/>
              <a:t> </a:t>
            </a:r>
            <a:r>
              <a:rPr dirty="0" spc="80"/>
              <a:t>self-</a:t>
            </a:r>
            <a:r>
              <a:rPr dirty="0" spc="55"/>
              <a:t>service</a:t>
            </a:r>
            <a:r>
              <a:rPr dirty="0" spc="-150"/>
              <a:t> </a:t>
            </a:r>
            <a:r>
              <a:rPr dirty="0" spc="90"/>
              <a:t>access</a:t>
            </a:r>
            <a:r>
              <a:rPr dirty="0" spc="-150"/>
              <a:t> </a:t>
            </a:r>
            <a:r>
              <a:rPr dirty="0" spc="50"/>
              <a:t>to</a:t>
            </a:r>
            <a:r>
              <a:rPr dirty="0" spc="-150"/>
              <a:t> </a:t>
            </a:r>
            <a:r>
              <a:rPr dirty="0"/>
              <a:t>event</a:t>
            </a:r>
            <a:r>
              <a:rPr dirty="0" spc="-150"/>
              <a:t> </a:t>
            </a:r>
            <a:r>
              <a:rPr dirty="0" spc="-10"/>
              <a:t>services.</a:t>
            </a:r>
          </a:p>
        </p:txBody>
      </p:sp>
      <p:sp>
        <p:nvSpPr>
          <p:cNvPr id="10" name="object 10"/>
          <p:cNvSpPr/>
          <p:nvPr/>
        </p:nvSpPr>
        <p:spPr>
          <a:xfrm>
            <a:off x="5493987" y="9277350"/>
            <a:ext cx="9610090" cy="0"/>
          </a:xfrm>
          <a:custGeom>
            <a:avLst/>
            <a:gdLst/>
            <a:ahLst/>
            <a:cxnLst/>
            <a:rect l="l" t="t" r="r" b="b"/>
            <a:pathLst>
              <a:path w="9610090" h="0">
                <a:moveTo>
                  <a:pt x="0" y="0"/>
                </a:moveTo>
                <a:lnTo>
                  <a:pt x="9609888" y="0"/>
                </a:lnTo>
              </a:path>
            </a:pathLst>
          </a:custGeom>
          <a:ln w="38099">
            <a:solidFill>
              <a:srgbClr val="40349E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073151" y="67920"/>
            <a:ext cx="10141585" cy="158432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0200" spc="515"/>
              <a:t>METHODOLOGY</a:t>
            </a:r>
            <a:endParaRPr sz="102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52742" y="2085359"/>
            <a:ext cx="133349" cy="13334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52742" y="2923559"/>
            <a:ext cx="133349" cy="1333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52742" y="3761759"/>
            <a:ext cx="133349" cy="13334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52742" y="4599959"/>
            <a:ext cx="133349" cy="13334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52742" y="5438159"/>
            <a:ext cx="133349" cy="13334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52742" y="6276359"/>
            <a:ext cx="133349" cy="13334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52742" y="7114559"/>
            <a:ext cx="133349" cy="13334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52742" y="8371858"/>
            <a:ext cx="133349" cy="133349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972227" y="1892351"/>
            <a:ext cx="14651990" cy="7606665"/>
          </a:xfrm>
          <a:prstGeom prst="rect">
            <a:avLst/>
          </a:prstGeom>
        </p:spPr>
        <p:txBody>
          <a:bodyPr wrap="square" lIns="0" tIns="57785" rIns="0" bIns="0" rtlCol="0" vert="horz">
            <a:spAutoFit/>
          </a:bodyPr>
          <a:lstStyle/>
          <a:p>
            <a:pPr marL="12700" marR="1165225">
              <a:lnSpc>
                <a:spcPts val="3300"/>
              </a:lnSpc>
              <a:spcBef>
                <a:spcPts val="455"/>
              </a:spcBef>
            </a:pPr>
            <a:r>
              <a:rPr dirty="0" sz="3000" spc="60">
                <a:solidFill>
                  <a:srgbClr val="40349E"/>
                </a:solidFill>
                <a:latin typeface="Tahoma"/>
                <a:cs typeface="Tahoma"/>
              </a:rPr>
              <a:t>User</a:t>
            </a:r>
            <a:r>
              <a:rPr dirty="0" sz="3000" spc="-85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40349E"/>
                </a:solidFill>
                <a:latin typeface="Tahoma"/>
                <a:cs typeface="Tahoma"/>
              </a:rPr>
              <a:t>Registration</a:t>
            </a:r>
            <a:r>
              <a:rPr dirty="0" sz="3000" spc="-85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40349E"/>
                </a:solidFill>
                <a:latin typeface="Tahoma"/>
                <a:cs typeface="Tahoma"/>
              </a:rPr>
              <a:t>&amp;</a:t>
            </a:r>
            <a:r>
              <a:rPr dirty="0" sz="3000" spc="-8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40349E"/>
                </a:solidFill>
                <a:latin typeface="Tahoma"/>
                <a:cs typeface="Tahoma"/>
              </a:rPr>
              <a:t>Authentication</a:t>
            </a:r>
            <a:r>
              <a:rPr dirty="0" sz="3000" spc="-85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000" spc="110">
                <a:solidFill>
                  <a:srgbClr val="40349E"/>
                </a:solidFill>
                <a:latin typeface="Tahoma"/>
                <a:cs typeface="Tahoma"/>
              </a:rPr>
              <a:t>–</a:t>
            </a:r>
            <a:r>
              <a:rPr dirty="0" sz="3000" spc="-85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000" spc="60">
                <a:solidFill>
                  <a:srgbClr val="40349E"/>
                </a:solidFill>
                <a:latin typeface="Tahoma"/>
                <a:cs typeface="Tahoma"/>
              </a:rPr>
              <a:t>Attendees</a:t>
            </a:r>
            <a:r>
              <a:rPr dirty="0" sz="3000" spc="-8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40349E"/>
                </a:solidFill>
                <a:latin typeface="Tahoma"/>
                <a:cs typeface="Tahoma"/>
              </a:rPr>
              <a:t>create</a:t>
            </a:r>
            <a:r>
              <a:rPr dirty="0" sz="3000" spc="-85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40349E"/>
                </a:solidFill>
                <a:latin typeface="Tahoma"/>
                <a:cs typeface="Tahoma"/>
              </a:rPr>
              <a:t>an</a:t>
            </a:r>
            <a:r>
              <a:rPr dirty="0" sz="3000" spc="-8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000" spc="45">
                <a:solidFill>
                  <a:srgbClr val="40349E"/>
                </a:solidFill>
                <a:latin typeface="Tahoma"/>
                <a:cs typeface="Tahoma"/>
              </a:rPr>
              <a:t>account</a:t>
            </a:r>
            <a:r>
              <a:rPr dirty="0" sz="3000" spc="-85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40349E"/>
                </a:solidFill>
                <a:latin typeface="Tahoma"/>
                <a:cs typeface="Tahoma"/>
              </a:rPr>
              <a:t>and</a:t>
            </a:r>
            <a:r>
              <a:rPr dirty="0" sz="3000" spc="-85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000" spc="45">
                <a:solidFill>
                  <a:srgbClr val="40349E"/>
                </a:solidFill>
                <a:latin typeface="Tahoma"/>
                <a:cs typeface="Tahoma"/>
              </a:rPr>
              <a:t>securely </a:t>
            </a:r>
            <a:r>
              <a:rPr dirty="0" sz="3000" spc="85">
                <a:solidFill>
                  <a:srgbClr val="40349E"/>
                </a:solidFill>
                <a:latin typeface="Tahoma"/>
                <a:cs typeface="Tahoma"/>
              </a:rPr>
              <a:t>access</a:t>
            </a:r>
            <a:r>
              <a:rPr dirty="0" sz="3000" spc="-175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40349E"/>
                </a:solidFill>
                <a:latin typeface="Tahoma"/>
                <a:cs typeface="Tahoma"/>
              </a:rPr>
              <a:t>the</a:t>
            </a:r>
            <a:r>
              <a:rPr dirty="0" sz="3000" spc="-17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000" spc="-10">
                <a:solidFill>
                  <a:srgbClr val="40349E"/>
                </a:solidFill>
                <a:latin typeface="Tahoma"/>
                <a:cs typeface="Tahoma"/>
              </a:rPr>
              <a:t>application.</a:t>
            </a:r>
            <a:endParaRPr sz="3000">
              <a:latin typeface="Tahoma"/>
              <a:cs typeface="Tahoma"/>
            </a:endParaRPr>
          </a:p>
          <a:p>
            <a:pPr marL="12700" marR="537210">
              <a:lnSpc>
                <a:spcPts val="3300"/>
              </a:lnSpc>
            </a:pPr>
            <a:r>
              <a:rPr dirty="0" sz="3000">
                <a:solidFill>
                  <a:srgbClr val="40349E"/>
                </a:solidFill>
                <a:latin typeface="Tahoma"/>
                <a:cs typeface="Tahoma"/>
              </a:rPr>
              <a:t>Event</a:t>
            </a:r>
            <a:r>
              <a:rPr dirty="0" sz="3000" spc="-14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000" spc="45">
                <a:solidFill>
                  <a:srgbClr val="40349E"/>
                </a:solidFill>
                <a:latin typeface="Tahoma"/>
                <a:cs typeface="Tahoma"/>
              </a:rPr>
              <a:t>Browsing</a:t>
            </a:r>
            <a:r>
              <a:rPr dirty="0" sz="3000" spc="-14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40349E"/>
                </a:solidFill>
                <a:latin typeface="Tahoma"/>
                <a:cs typeface="Tahoma"/>
              </a:rPr>
              <a:t>&amp;</a:t>
            </a:r>
            <a:r>
              <a:rPr dirty="0" sz="3000" spc="-14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40349E"/>
                </a:solidFill>
                <a:latin typeface="Tahoma"/>
                <a:cs typeface="Tahoma"/>
              </a:rPr>
              <a:t>Registration</a:t>
            </a:r>
            <a:r>
              <a:rPr dirty="0" sz="3000" spc="-14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000" spc="110">
                <a:solidFill>
                  <a:srgbClr val="40349E"/>
                </a:solidFill>
                <a:latin typeface="Tahoma"/>
                <a:cs typeface="Tahoma"/>
              </a:rPr>
              <a:t>–</a:t>
            </a:r>
            <a:r>
              <a:rPr dirty="0" sz="3000" spc="-14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000" spc="70">
                <a:solidFill>
                  <a:srgbClr val="40349E"/>
                </a:solidFill>
                <a:latin typeface="Tahoma"/>
                <a:cs typeface="Tahoma"/>
              </a:rPr>
              <a:t>Users</a:t>
            </a:r>
            <a:r>
              <a:rPr dirty="0" sz="3000" spc="-14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000" spc="60">
                <a:solidFill>
                  <a:srgbClr val="40349E"/>
                </a:solidFill>
                <a:latin typeface="Tahoma"/>
                <a:cs typeface="Tahoma"/>
              </a:rPr>
              <a:t>browse</a:t>
            </a:r>
            <a:r>
              <a:rPr dirty="0" sz="3000" spc="-135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000" spc="45">
                <a:solidFill>
                  <a:srgbClr val="40349E"/>
                </a:solidFill>
                <a:latin typeface="Tahoma"/>
                <a:cs typeface="Tahoma"/>
              </a:rPr>
              <a:t>available</a:t>
            </a:r>
            <a:r>
              <a:rPr dirty="0" sz="3000" spc="-14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40349E"/>
                </a:solidFill>
                <a:latin typeface="Tahoma"/>
                <a:cs typeface="Tahoma"/>
              </a:rPr>
              <a:t>events,</a:t>
            </a:r>
            <a:r>
              <a:rPr dirty="0" sz="3000" spc="-14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40349E"/>
                </a:solidFill>
                <a:latin typeface="Tahoma"/>
                <a:cs typeface="Tahoma"/>
              </a:rPr>
              <a:t>view</a:t>
            </a:r>
            <a:r>
              <a:rPr dirty="0" sz="3000" spc="-14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40349E"/>
                </a:solidFill>
                <a:latin typeface="Tahoma"/>
                <a:cs typeface="Tahoma"/>
              </a:rPr>
              <a:t>event</a:t>
            </a:r>
            <a:r>
              <a:rPr dirty="0" sz="3000" spc="-14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000" spc="-10">
                <a:solidFill>
                  <a:srgbClr val="40349E"/>
                </a:solidFill>
                <a:latin typeface="Tahoma"/>
                <a:cs typeface="Tahoma"/>
              </a:rPr>
              <a:t>details, </a:t>
            </a:r>
            <a:r>
              <a:rPr dirty="0" sz="3000">
                <a:solidFill>
                  <a:srgbClr val="40349E"/>
                </a:solidFill>
                <a:latin typeface="Tahoma"/>
                <a:cs typeface="Tahoma"/>
              </a:rPr>
              <a:t>and</a:t>
            </a:r>
            <a:r>
              <a:rPr dirty="0" sz="3000" spc="-4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40349E"/>
                </a:solidFill>
                <a:latin typeface="Tahoma"/>
                <a:cs typeface="Tahoma"/>
              </a:rPr>
              <a:t>register</a:t>
            </a:r>
            <a:r>
              <a:rPr dirty="0" sz="3000" spc="-35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40349E"/>
                </a:solidFill>
                <a:latin typeface="Tahoma"/>
                <a:cs typeface="Tahoma"/>
              </a:rPr>
              <a:t>for</a:t>
            </a:r>
            <a:r>
              <a:rPr dirty="0" sz="3000" spc="-35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40349E"/>
                </a:solidFill>
                <a:latin typeface="Tahoma"/>
                <a:cs typeface="Tahoma"/>
              </a:rPr>
              <a:t>their</a:t>
            </a:r>
            <a:r>
              <a:rPr dirty="0" sz="3000" spc="-35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40349E"/>
                </a:solidFill>
                <a:latin typeface="Tahoma"/>
                <a:cs typeface="Tahoma"/>
              </a:rPr>
              <a:t>preferred</a:t>
            </a:r>
            <a:r>
              <a:rPr dirty="0" sz="3000" spc="-35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000" spc="-10">
                <a:solidFill>
                  <a:srgbClr val="40349E"/>
                </a:solidFill>
                <a:latin typeface="Tahoma"/>
                <a:cs typeface="Tahoma"/>
              </a:rPr>
              <a:t>events.</a:t>
            </a:r>
            <a:endParaRPr sz="3000">
              <a:latin typeface="Tahoma"/>
              <a:cs typeface="Tahoma"/>
            </a:endParaRPr>
          </a:p>
          <a:p>
            <a:pPr marL="12700" marR="62230">
              <a:lnSpc>
                <a:spcPts val="3300"/>
              </a:lnSpc>
            </a:pPr>
            <a:r>
              <a:rPr dirty="0" sz="3000" spc="55">
                <a:solidFill>
                  <a:srgbClr val="40349E"/>
                </a:solidFill>
                <a:latin typeface="Tahoma"/>
                <a:cs typeface="Tahoma"/>
              </a:rPr>
              <a:t>Schedule</a:t>
            </a:r>
            <a:r>
              <a:rPr dirty="0" sz="3000" spc="-155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40349E"/>
                </a:solidFill>
                <a:latin typeface="Tahoma"/>
                <a:cs typeface="Tahoma"/>
              </a:rPr>
              <a:t>&amp;</a:t>
            </a:r>
            <a:r>
              <a:rPr dirty="0" sz="3000" spc="-15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000" spc="60">
                <a:solidFill>
                  <a:srgbClr val="40349E"/>
                </a:solidFill>
                <a:latin typeface="Tahoma"/>
                <a:cs typeface="Tahoma"/>
              </a:rPr>
              <a:t>Session</a:t>
            </a:r>
            <a:r>
              <a:rPr dirty="0" sz="3000" spc="-155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40349E"/>
                </a:solidFill>
                <a:latin typeface="Tahoma"/>
                <a:cs typeface="Tahoma"/>
              </a:rPr>
              <a:t>Management</a:t>
            </a:r>
            <a:r>
              <a:rPr dirty="0" sz="3000" spc="-15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000" spc="110">
                <a:solidFill>
                  <a:srgbClr val="40349E"/>
                </a:solidFill>
                <a:latin typeface="Tahoma"/>
                <a:cs typeface="Tahoma"/>
              </a:rPr>
              <a:t>–</a:t>
            </a:r>
            <a:r>
              <a:rPr dirty="0" sz="3000" spc="-155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000" spc="60">
                <a:solidFill>
                  <a:srgbClr val="40349E"/>
                </a:solidFill>
                <a:latin typeface="Tahoma"/>
                <a:cs typeface="Tahoma"/>
              </a:rPr>
              <a:t>Attendees</a:t>
            </a:r>
            <a:r>
              <a:rPr dirty="0" sz="3000" spc="-15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40349E"/>
                </a:solidFill>
                <a:latin typeface="Tahoma"/>
                <a:cs typeface="Tahoma"/>
              </a:rPr>
              <a:t>can</a:t>
            </a:r>
            <a:r>
              <a:rPr dirty="0" sz="3000" spc="-155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40349E"/>
                </a:solidFill>
                <a:latin typeface="Tahoma"/>
                <a:cs typeface="Tahoma"/>
              </a:rPr>
              <a:t>view</a:t>
            </a:r>
            <a:r>
              <a:rPr dirty="0" sz="3000" spc="-15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40349E"/>
                </a:solidFill>
                <a:latin typeface="Tahoma"/>
                <a:cs typeface="Tahoma"/>
              </a:rPr>
              <a:t>event</a:t>
            </a:r>
            <a:r>
              <a:rPr dirty="0" sz="3000" spc="-155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000" spc="70">
                <a:solidFill>
                  <a:srgbClr val="40349E"/>
                </a:solidFill>
                <a:latin typeface="Tahoma"/>
                <a:cs typeface="Tahoma"/>
              </a:rPr>
              <a:t>schedules</a:t>
            </a:r>
            <a:r>
              <a:rPr dirty="0" sz="3000" spc="-15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40349E"/>
                </a:solidFill>
                <a:latin typeface="Tahoma"/>
                <a:cs typeface="Tahoma"/>
              </a:rPr>
              <a:t>and</a:t>
            </a:r>
            <a:r>
              <a:rPr dirty="0" sz="3000" spc="-15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000" spc="80">
                <a:solidFill>
                  <a:srgbClr val="40349E"/>
                </a:solidFill>
                <a:latin typeface="Tahoma"/>
                <a:cs typeface="Tahoma"/>
              </a:rPr>
              <a:t>select</a:t>
            </a:r>
            <a:r>
              <a:rPr dirty="0" sz="3000" spc="-155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000" spc="-25">
                <a:solidFill>
                  <a:srgbClr val="40349E"/>
                </a:solidFill>
                <a:latin typeface="Tahoma"/>
                <a:cs typeface="Tahoma"/>
              </a:rPr>
              <a:t>or </a:t>
            </a:r>
            <a:r>
              <a:rPr dirty="0" sz="3000" spc="50">
                <a:solidFill>
                  <a:srgbClr val="40349E"/>
                </a:solidFill>
                <a:latin typeface="Tahoma"/>
                <a:cs typeface="Tahoma"/>
              </a:rPr>
              <a:t>track</a:t>
            </a:r>
            <a:r>
              <a:rPr dirty="0" sz="3000" spc="-235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000" spc="45">
                <a:solidFill>
                  <a:srgbClr val="40349E"/>
                </a:solidFill>
                <a:latin typeface="Tahoma"/>
                <a:cs typeface="Tahoma"/>
              </a:rPr>
              <a:t>sessions.</a:t>
            </a:r>
            <a:endParaRPr sz="3000">
              <a:latin typeface="Tahoma"/>
              <a:cs typeface="Tahoma"/>
            </a:endParaRPr>
          </a:p>
          <a:p>
            <a:pPr marL="12700" marR="5080">
              <a:lnSpc>
                <a:spcPts val="3300"/>
              </a:lnSpc>
            </a:pPr>
            <a:r>
              <a:rPr dirty="0" sz="3000">
                <a:solidFill>
                  <a:srgbClr val="40349E"/>
                </a:solidFill>
                <a:latin typeface="Tahoma"/>
                <a:cs typeface="Tahoma"/>
              </a:rPr>
              <a:t>Venue</a:t>
            </a:r>
            <a:r>
              <a:rPr dirty="0" sz="3000" spc="-125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40349E"/>
                </a:solidFill>
                <a:latin typeface="Tahoma"/>
                <a:cs typeface="Tahoma"/>
              </a:rPr>
              <a:t>&amp;</a:t>
            </a:r>
            <a:r>
              <a:rPr dirty="0" sz="3000" spc="-12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000" spc="45">
                <a:solidFill>
                  <a:srgbClr val="40349E"/>
                </a:solidFill>
                <a:latin typeface="Tahoma"/>
                <a:cs typeface="Tahoma"/>
              </a:rPr>
              <a:t>Speaker</a:t>
            </a:r>
            <a:r>
              <a:rPr dirty="0" sz="3000" spc="-125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40349E"/>
                </a:solidFill>
                <a:latin typeface="Tahoma"/>
                <a:cs typeface="Tahoma"/>
              </a:rPr>
              <a:t>Information</a:t>
            </a:r>
            <a:r>
              <a:rPr dirty="0" sz="3000" spc="-12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000" spc="110">
                <a:solidFill>
                  <a:srgbClr val="40349E"/>
                </a:solidFill>
                <a:latin typeface="Tahoma"/>
                <a:cs typeface="Tahoma"/>
              </a:rPr>
              <a:t>–</a:t>
            </a:r>
            <a:r>
              <a:rPr dirty="0" sz="3000" spc="-125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000" spc="70">
                <a:solidFill>
                  <a:srgbClr val="40349E"/>
                </a:solidFill>
                <a:latin typeface="Tahoma"/>
                <a:cs typeface="Tahoma"/>
              </a:rPr>
              <a:t>Users</a:t>
            </a:r>
            <a:r>
              <a:rPr dirty="0" sz="3000" spc="-12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40349E"/>
                </a:solidFill>
                <a:latin typeface="Tahoma"/>
                <a:cs typeface="Tahoma"/>
              </a:rPr>
              <a:t>can</a:t>
            </a:r>
            <a:r>
              <a:rPr dirty="0" sz="3000" spc="-125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000" spc="85">
                <a:solidFill>
                  <a:srgbClr val="40349E"/>
                </a:solidFill>
                <a:latin typeface="Tahoma"/>
                <a:cs typeface="Tahoma"/>
              </a:rPr>
              <a:t>access</a:t>
            </a:r>
            <a:r>
              <a:rPr dirty="0" sz="3000" spc="-12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40349E"/>
                </a:solidFill>
                <a:latin typeface="Tahoma"/>
                <a:cs typeface="Tahoma"/>
              </a:rPr>
              <a:t>venue</a:t>
            </a:r>
            <a:r>
              <a:rPr dirty="0" sz="3000" spc="-125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000" spc="65">
                <a:solidFill>
                  <a:srgbClr val="40349E"/>
                </a:solidFill>
                <a:latin typeface="Tahoma"/>
                <a:cs typeface="Tahoma"/>
              </a:rPr>
              <a:t>details</a:t>
            </a:r>
            <a:r>
              <a:rPr dirty="0" sz="3000" spc="-12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40349E"/>
                </a:solidFill>
                <a:latin typeface="Tahoma"/>
                <a:cs typeface="Tahoma"/>
              </a:rPr>
              <a:t>and</a:t>
            </a:r>
            <a:r>
              <a:rPr dirty="0" sz="3000" spc="-125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40349E"/>
                </a:solidFill>
                <a:latin typeface="Tahoma"/>
                <a:cs typeface="Tahoma"/>
              </a:rPr>
              <a:t>information</a:t>
            </a:r>
            <a:r>
              <a:rPr dirty="0" sz="3000" spc="-12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000" spc="-20">
                <a:solidFill>
                  <a:srgbClr val="40349E"/>
                </a:solidFill>
                <a:latin typeface="Tahoma"/>
                <a:cs typeface="Tahoma"/>
              </a:rPr>
              <a:t>about </a:t>
            </a:r>
            <a:r>
              <a:rPr dirty="0" sz="3000" spc="35">
                <a:solidFill>
                  <a:srgbClr val="40349E"/>
                </a:solidFill>
                <a:latin typeface="Tahoma"/>
                <a:cs typeface="Tahoma"/>
              </a:rPr>
              <a:t>speakers.</a:t>
            </a:r>
            <a:endParaRPr sz="3000">
              <a:latin typeface="Tahoma"/>
              <a:cs typeface="Tahoma"/>
            </a:endParaRPr>
          </a:p>
          <a:p>
            <a:pPr marL="12700" marR="1464310">
              <a:lnSpc>
                <a:spcPts val="3300"/>
              </a:lnSpc>
            </a:pPr>
            <a:r>
              <a:rPr dirty="0" sz="3000" spc="50">
                <a:solidFill>
                  <a:srgbClr val="40349E"/>
                </a:solidFill>
                <a:latin typeface="Tahoma"/>
                <a:cs typeface="Tahoma"/>
              </a:rPr>
              <a:t>Notifications</a:t>
            </a:r>
            <a:r>
              <a:rPr dirty="0" sz="3000" spc="-9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000" spc="110">
                <a:solidFill>
                  <a:srgbClr val="40349E"/>
                </a:solidFill>
                <a:latin typeface="Tahoma"/>
                <a:cs typeface="Tahoma"/>
              </a:rPr>
              <a:t>–</a:t>
            </a:r>
            <a:r>
              <a:rPr dirty="0" sz="3000" spc="-9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40349E"/>
                </a:solidFill>
                <a:latin typeface="Tahoma"/>
                <a:cs typeface="Tahoma"/>
              </a:rPr>
              <a:t>Important</a:t>
            </a:r>
            <a:r>
              <a:rPr dirty="0" sz="3000" spc="-85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40349E"/>
                </a:solidFill>
                <a:latin typeface="Tahoma"/>
                <a:cs typeface="Tahoma"/>
              </a:rPr>
              <a:t>event</a:t>
            </a:r>
            <a:r>
              <a:rPr dirty="0" sz="3000" spc="-9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40349E"/>
                </a:solidFill>
                <a:latin typeface="Tahoma"/>
                <a:cs typeface="Tahoma"/>
              </a:rPr>
              <a:t>announcements</a:t>
            </a:r>
            <a:r>
              <a:rPr dirty="0" sz="3000" spc="-85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40349E"/>
                </a:solidFill>
                <a:latin typeface="Tahoma"/>
                <a:cs typeface="Tahoma"/>
              </a:rPr>
              <a:t>and</a:t>
            </a:r>
            <a:r>
              <a:rPr dirty="0" sz="3000" spc="-9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000" spc="50">
                <a:solidFill>
                  <a:srgbClr val="40349E"/>
                </a:solidFill>
                <a:latin typeface="Tahoma"/>
                <a:cs typeface="Tahoma"/>
              </a:rPr>
              <a:t>updates</a:t>
            </a:r>
            <a:r>
              <a:rPr dirty="0" sz="3000" spc="-85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40349E"/>
                </a:solidFill>
                <a:latin typeface="Tahoma"/>
                <a:cs typeface="Tahoma"/>
              </a:rPr>
              <a:t>are</a:t>
            </a:r>
            <a:r>
              <a:rPr dirty="0" sz="3000" spc="-9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000" spc="50">
                <a:solidFill>
                  <a:srgbClr val="40349E"/>
                </a:solidFill>
                <a:latin typeface="Tahoma"/>
                <a:cs typeface="Tahoma"/>
              </a:rPr>
              <a:t>delivered</a:t>
            </a:r>
            <a:r>
              <a:rPr dirty="0" sz="3000" spc="-85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000" spc="-25">
                <a:solidFill>
                  <a:srgbClr val="40349E"/>
                </a:solidFill>
                <a:latin typeface="Tahoma"/>
                <a:cs typeface="Tahoma"/>
              </a:rPr>
              <a:t>to </a:t>
            </a:r>
            <a:r>
              <a:rPr dirty="0" sz="3000" spc="-10">
                <a:solidFill>
                  <a:srgbClr val="40349E"/>
                </a:solidFill>
                <a:latin typeface="Tahoma"/>
                <a:cs typeface="Tahoma"/>
              </a:rPr>
              <a:t>attendees.</a:t>
            </a:r>
            <a:endParaRPr sz="3000">
              <a:latin typeface="Tahoma"/>
              <a:cs typeface="Tahoma"/>
            </a:endParaRPr>
          </a:p>
          <a:p>
            <a:pPr marL="12700" marR="314960">
              <a:lnSpc>
                <a:spcPts val="3300"/>
              </a:lnSpc>
            </a:pPr>
            <a:r>
              <a:rPr dirty="0" sz="3000">
                <a:solidFill>
                  <a:srgbClr val="40349E"/>
                </a:solidFill>
                <a:latin typeface="Tahoma"/>
                <a:cs typeface="Tahoma"/>
              </a:rPr>
              <a:t>Database</a:t>
            </a:r>
            <a:r>
              <a:rPr dirty="0" sz="3000" spc="-65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40349E"/>
                </a:solidFill>
                <a:latin typeface="Tahoma"/>
                <a:cs typeface="Tahoma"/>
              </a:rPr>
              <a:t>Management</a:t>
            </a:r>
            <a:r>
              <a:rPr dirty="0" sz="3000" spc="-65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000" spc="110">
                <a:solidFill>
                  <a:srgbClr val="40349E"/>
                </a:solidFill>
                <a:latin typeface="Tahoma"/>
                <a:cs typeface="Tahoma"/>
              </a:rPr>
              <a:t>–</a:t>
            </a:r>
            <a:r>
              <a:rPr dirty="0" sz="3000" spc="-65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40349E"/>
                </a:solidFill>
                <a:latin typeface="Tahoma"/>
                <a:cs typeface="Tahoma"/>
              </a:rPr>
              <a:t>Attendee,</a:t>
            </a:r>
            <a:r>
              <a:rPr dirty="0" sz="3000" spc="-65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40349E"/>
                </a:solidFill>
                <a:latin typeface="Tahoma"/>
                <a:cs typeface="Tahoma"/>
              </a:rPr>
              <a:t>event,</a:t>
            </a:r>
            <a:r>
              <a:rPr dirty="0" sz="3000" spc="-65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000" spc="50">
                <a:solidFill>
                  <a:srgbClr val="40349E"/>
                </a:solidFill>
                <a:latin typeface="Tahoma"/>
                <a:cs typeface="Tahoma"/>
              </a:rPr>
              <a:t>session,</a:t>
            </a:r>
            <a:r>
              <a:rPr dirty="0" sz="3000" spc="-65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40349E"/>
                </a:solidFill>
                <a:latin typeface="Tahoma"/>
                <a:cs typeface="Tahoma"/>
              </a:rPr>
              <a:t>registration,</a:t>
            </a:r>
            <a:r>
              <a:rPr dirty="0" sz="3000" spc="-65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40349E"/>
                </a:solidFill>
                <a:latin typeface="Tahoma"/>
                <a:cs typeface="Tahoma"/>
              </a:rPr>
              <a:t>venue,</a:t>
            </a:r>
            <a:r>
              <a:rPr dirty="0" sz="3000" spc="-65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40349E"/>
                </a:solidFill>
                <a:latin typeface="Tahoma"/>
                <a:cs typeface="Tahoma"/>
              </a:rPr>
              <a:t>speaker,</a:t>
            </a:r>
            <a:r>
              <a:rPr dirty="0" sz="3000" spc="-65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000" spc="-25">
                <a:solidFill>
                  <a:srgbClr val="40349E"/>
                </a:solidFill>
                <a:latin typeface="Tahoma"/>
                <a:cs typeface="Tahoma"/>
              </a:rPr>
              <a:t>and </a:t>
            </a:r>
            <a:r>
              <a:rPr dirty="0" sz="3000">
                <a:solidFill>
                  <a:srgbClr val="40349E"/>
                </a:solidFill>
                <a:latin typeface="Tahoma"/>
                <a:cs typeface="Tahoma"/>
              </a:rPr>
              <a:t>notification</a:t>
            </a:r>
            <a:r>
              <a:rPr dirty="0" sz="3000" spc="-125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40349E"/>
                </a:solidFill>
                <a:latin typeface="Tahoma"/>
                <a:cs typeface="Tahoma"/>
              </a:rPr>
              <a:t>data</a:t>
            </a:r>
            <a:r>
              <a:rPr dirty="0" sz="3000" spc="-114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40349E"/>
                </a:solidFill>
                <a:latin typeface="Tahoma"/>
                <a:cs typeface="Tahoma"/>
              </a:rPr>
              <a:t>are</a:t>
            </a:r>
            <a:r>
              <a:rPr dirty="0" sz="3000" spc="-114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000" spc="55">
                <a:solidFill>
                  <a:srgbClr val="40349E"/>
                </a:solidFill>
                <a:latin typeface="Tahoma"/>
                <a:cs typeface="Tahoma"/>
              </a:rPr>
              <a:t>stored</a:t>
            </a:r>
            <a:r>
              <a:rPr dirty="0" sz="3000" spc="-11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40349E"/>
                </a:solidFill>
                <a:latin typeface="Tahoma"/>
                <a:cs typeface="Tahoma"/>
              </a:rPr>
              <a:t>in</a:t>
            </a:r>
            <a:r>
              <a:rPr dirty="0" sz="3000" spc="-114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40349E"/>
                </a:solidFill>
                <a:latin typeface="Tahoma"/>
                <a:cs typeface="Tahoma"/>
              </a:rPr>
              <a:t>a</a:t>
            </a:r>
            <a:r>
              <a:rPr dirty="0" sz="3000" spc="-114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000" spc="45">
                <a:solidFill>
                  <a:srgbClr val="40349E"/>
                </a:solidFill>
                <a:latin typeface="Tahoma"/>
                <a:cs typeface="Tahoma"/>
              </a:rPr>
              <a:t>structured</a:t>
            </a:r>
            <a:r>
              <a:rPr dirty="0" sz="3000" spc="-11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000" spc="-10">
                <a:solidFill>
                  <a:srgbClr val="40349E"/>
                </a:solidFill>
                <a:latin typeface="Tahoma"/>
                <a:cs typeface="Tahoma"/>
              </a:rPr>
              <a:t>database.</a:t>
            </a:r>
            <a:endParaRPr sz="3000">
              <a:latin typeface="Tahoma"/>
              <a:cs typeface="Tahoma"/>
            </a:endParaRPr>
          </a:p>
          <a:p>
            <a:pPr algn="just" marL="12700" marR="918210">
              <a:lnSpc>
                <a:spcPts val="3300"/>
              </a:lnSpc>
            </a:pPr>
            <a:r>
              <a:rPr dirty="0" sz="3000" spc="70">
                <a:solidFill>
                  <a:srgbClr val="40349E"/>
                </a:solidFill>
                <a:latin typeface="Tahoma"/>
                <a:cs typeface="Tahoma"/>
              </a:rPr>
              <a:t>Backend</a:t>
            </a:r>
            <a:r>
              <a:rPr dirty="0" sz="3000" spc="-145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40349E"/>
                </a:solidFill>
                <a:latin typeface="Tahoma"/>
                <a:cs typeface="Tahoma"/>
              </a:rPr>
              <a:t>&amp;</a:t>
            </a:r>
            <a:r>
              <a:rPr dirty="0" sz="3000" spc="-145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000" spc="100">
                <a:solidFill>
                  <a:srgbClr val="40349E"/>
                </a:solidFill>
                <a:latin typeface="Tahoma"/>
                <a:cs typeface="Tahoma"/>
              </a:rPr>
              <a:t>API</a:t>
            </a:r>
            <a:r>
              <a:rPr dirty="0" sz="3000" spc="-14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40349E"/>
                </a:solidFill>
                <a:latin typeface="Tahoma"/>
                <a:cs typeface="Tahoma"/>
              </a:rPr>
              <a:t>Communication</a:t>
            </a:r>
            <a:r>
              <a:rPr dirty="0" sz="3000" spc="-145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000" spc="110">
                <a:solidFill>
                  <a:srgbClr val="40349E"/>
                </a:solidFill>
                <a:latin typeface="Tahoma"/>
                <a:cs typeface="Tahoma"/>
              </a:rPr>
              <a:t>–</a:t>
            </a:r>
            <a:r>
              <a:rPr dirty="0" sz="3000" spc="-14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40349E"/>
                </a:solidFill>
                <a:latin typeface="Tahoma"/>
                <a:cs typeface="Tahoma"/>
              </a:rPr>
              <a:t>The</a:t>
            </a:r>
            <a:r>
              <a:rPr dirty="0" sz="3000" spc="-145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000" spc="65">
                <a:solidFill>
                  <a:srgbClr val="40349E"/>
                </a:solidFill>
                <a:latin typeface="Tahoma"/>
                <a:cs typeface="Tahoma"/>
              </a:rPr>
              <a:t>mobile</a:t>
            </a:r>
            <a:r>
              <a:rPr dirty="0" sz="3000" spc="-14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000" spc="50">
                <a:solidFill>
                  <a:srgbClr val="40349E"/>
                </a:solidFill>
                <a:latin typeface="Tahoma"/>
                <a:cs typeface="Tahoma"/>
              </a:rPr>
              <a:t>application</a:t>
            </a:r>
            <a:r>
              <a:rPr dirty="0" sz="3000" spc="-145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000" spc="55">
                <a:solidFill>
                  <a:srgbClr val="40349E"/>
                </a:solidFill>
                <a:latin typeface="Tahoma"/>
                <a:cs typeface="Tahoma"/>
              </a:rPr>
              <a:t>communicates</a:t>
            </a:r>
            <a:r>
              <a:rPr dirty="0" sz="3000" spc="-145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40349E"/>
                </a:solidFill>
                <a:latin typeface="Tahoma"/>
                <a:cs typeface="Tahoma"/>
              </a:rPr>
              <a:t>with</a:t>
            </a:r>
            <a:r>
              <a:rPr dirty="0" sz="3000" spc="-14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000" spc="-25">
                <a:solidFill>
                  <a:srgbClr val="40349E"/>
                </a:solidFill>
                <a:latin typeface="Tahoma"/>
                <a:cs typeface="Tahoma"/>
              </a:rPr>
              <a:t>the </a:t>
            </a:r>
            <a:r>
              <a:rPr dirty="0" sz="3000" spc="45">
                <a:solidFill>
                  <a:srgbClr val="40349E"/>
                </a:solidFill>
                <a:latin typeface="Tahoma"/>
                <a:cs typeface="Tahoma"/>
              </a:rPr>
              <a:t>database</a:t>
            </a:r>
            <a:r>
              <a:rPr dirty="0" sz="3000" spc="-14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40349E"/>
                </a:solidFill>
                <a:latin typeface="Tahoma"/>
                <a:cs typeface="Tahoma"/>
              </a:rPr>
              <a:t>through</a:t>
            </a:r>
            <a:r>
              <a:rPr dirty="0" sz="3000" spc="-135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40349E"/>
                </a:solidFill>
                <a:latin typeface="Tahoma"/>
                <a:cs typeface="Tahoma"/>
              </a:rPr>
              <a:t>a</a:t>
            </a:r>
            <a:r>
              <a:rPr dirty="0" sz="3000" spc="-135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40349E"/>
                </a:solidFill>
                <a:latin typeface="Tahoma"/>
                <a:cs typeface="Tahoma"/>
              </a:rPr>
              <a:t>REST</a:t>
            </a:r>
            <a:r>
              <a:rPr dirty="0" sz="3000" spc="-135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000" spc="50">
                <a:solidFill>
                  <a:srgbClr val="40349E"/>
                </a:solidFill>
                <a:latin typeface="Tahoma"/>
                <a:cs typeface="Tahoma"/>
              </a:rPr>
              <a:t>API,</a:t>
            </a:r>
            <a:r>
              <a:rPr dirty="0" sz="3000" spc="-135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40349E"/>
                </a:solidFill>
                <a:latin typeface="Tahoma"/>
                <a:cs typeface="Tahoma"/>
              </a:rPr>
              <a:t>which</a:t>
            </a:r>
            <a:r>
              <a:rPr dirty="0" sz="3000" spc="-14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000" spc="55">
                <a:solidFill>
                  <a:srgbClr val="40349E"/>
                </a:solidFill>
                <a:latin typeface="Tahoma"/>
                <a:cs typeface="Tahoma"/>
              </a:rPr>
              <a:t>handles</a:t>
            </a:r>
            <a:r>
              <a:rPr dirty="0" sz="3000" spc="-135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40349E"/>
                </a:solidFill>
                <a:latin typeface="Tahoma"/>
                <a:cs typeface="Tahoma"/>
              </a:rPr>
              <a:t>authentication,</a:t>
            </a:r>
            <a:r>
              <a:rPr dirty="0" sz="3000" spc="-135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000" spc="65">
                <a:solidFill>
                  <a:srgbClr val="40349E"/>
                </a:solidFill>
                <a:latin typeface="Tahoma"/>
                <a:cs typeface="Tahoma"/>
              </a:rPr>
              <a:t>business</a:t>
            </a:r>
            <a:r>
              <a:rPr dirty="0" sz="3000" spc="-135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40349E"/>
                </a:solidFill>
                <a:latin typeface="Tahoma"/>
                <a:cs typeface="Tahoma"/>
              </a:rPr>
              <a:t>logic,</a:t>
            </a:r>
            <a:r>
              <a:rPr dirty="0" sz="3000" spc="-135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000" spc="-25">
                <a:solidFill>
                  <a:srgbClr val="40349E"/>
                </a:solidFill>
                <a:latin typeface="Tahoma"/>
                <a:cs typeface="Tahoma"/>
              </a:rPr>
              <a:t>and </a:t>
            </a:r>
            <a:r>
              <a:rPr dirty="0" sz="3000">
                <a:solidFill>
                  <a:srgbClr val="40349E"/>
                </a:solidFill>
                <a:latin typeface="Tahoma"/>
                <a:cs typeface="Tahoma"/>
              </a:rPr>
              <a:t>registration</a:t>
            </a:r>
            <a:r>
              <a:rPr dirty="0" sz="3000" spc="14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000" spc="-10">
                <a:solidFill>
                  <a:srgbClr val="40349E"/>
                </a:solidFill>
                <a:latin typeface="Tahoma"/>
                <a:cs typeface="Tahoma"/>
              </a:rPr>
              <a:t>processing.</a:t>
            </a:r>
            <a:endParaRPr sz="3000">
              <a:latin typeface="Tahoma"/>
              <a:cs typeface="Tahoma"/>
            </a:endParaRPr>
          </a:p>
          <a:p>
            <a:pPr marL="12700" marR="805815">
              <a:lnSpc>
                <a:spcPts val="3300"/>
              </a:lnSpc>
            </a:pPr>
            <a:r>
              <a:rPr dirty="0" sz="3000">
                <a:solidFill>
                  <a:srgbClr val="40349E"/>
                </a:solidFill>
                <a:latin typeface="Tahoma"/>
                <a:cs typeface="Tahoma"/>
              </a:rPr>
              <a:t>Technology</a:t>
            </a:r>
            <a:r>
              <a:rPr dirty="0" sz="3000" spc="-15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000" spc="55">
                <a:solidFill>
                  <a:srgbClr val="40349E"/>
                </a:solidFill>
                <a:latin typeface="Tahoma"/>
                <a:cs typeface="Tahoma"/>
              </a:rPr>
              <a:t>Stack</a:t>
            </a:r>
            <a:r>
              <a:rPr dirty="0" sz="3000" spc="-15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000" spc="110">
                <a:solidFill>
                  <a:srgbClr val="40349E"/>
                </a:solidFill>
                <a:latin typeface="Tahoma"/>
                <a:cs typeface="Tahoma"/>
              </a:rPr>
              <a:t>–</a:t>
            </a:r>
            <a:r>
              <a:rPr dirty="0" sz="3000" spc="-145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000" spc="55">
                <a:solidFill>
                  <a:srgbClr val="40349E"/>
                </a:solidFill>
                <a:latin typeface="Tahoma"/>
                <a:cs typeface="Tahoma"/>
              </a:rPr>
              <a:t>Flutter</a:t>
            </a:r>
            <a:r>
              <a:rPr dirty="0" sz="3000" spc="-15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40349E"/>
                </a:solidFill>
                <a:latin typeface="Tahoma"/>
                <a:cs typeface="Tahoma"/>
              </a:rPr>
              <a:t>&amp;</a:t>
            </a:r>
            <a:r>
              <a:rPr dirty="0" sz="3000" spc="-15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40349E"/>
                </a:solidFill>
                <a:latin typeface="Tahoma"/>
                <a:cs typeface="Tahoma"/>
              </a:rPr>
              <a:t>Dart</a:t>
            </a:r>
            <a:r>
              <a:rPr dirty="0" sz="3000" spc="-145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40349E"/>
                </a:solidFill>
                <a:latin typeface="Tahoma"/>
                <a:cs typeface="Tahoma"/>
              </a:rPr>
              <a:t>for</a:t>
            </a:r>
            <a:r>
              <a:rPr dirty="0" sz="3000" spc="-15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40349E"/>
                </a:solidFill>
                <a:latin typeface="Tahoma"/>
                <a:cs typeface="Tahoma"/>
              </a:rPr>
              <a:t>the</a:t>
            </a:r>
            <a:r>
              <a:rPr dirty="0" sz="3000" spc="-145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000" spc="65">
                <a:solidFill>
                  <a:srgbClr val="40349E"/>
                </a:solidFill>
                <a:latin typeface="Tahoma"/>
                <a:cs typeface="Tahoma"/>
              </a:rPr>
              <a:t>mobile</a:t>
            </a:r>
            <a:r>
              <a:rPr dirty="0" sz="3000" spc="-15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40349E"/>
                </a:solidFill>
                <a:latin typeface="Tahoma"/>
                <a:cs typeface="Tahoma"/>
              </a:rPr>
              <a:t>app,</a:t>
            </a:r>
            <a:r>
              <a:rPr dirty="0" sz="3000" spc="-15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40349E"/>
                </a:solidFill>
                <a:latin typeface="Tahoma"/>
                <a:cs typeface="Tahoma"/>
              </a:rPr>
              <a:t>Node.js</a:t>
            </a:r>
            <a:r>
              <a:rPr dirty="0" sz="3000" spc="-145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40349E"/>
                </a:solidFill>
                <a:latin typeface="Tahoma"/>
                <a:cs typeface="Tahoma"/>
              </a:rPr>
              <a:t>&amp;</a:t>
            </a:r>
            <a:r>
              <a:rPr dirty="0" sz="3000" spc="-15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40349E"/>
                </a:solidFill>
                <a:latin typeface="Tahoma"/>
                <a:cs typeface="Tahoma"/>
              </a:rPr>
              <a:t>Express.js</a:t>
            </a:r>
            <a:r>
              <a:rPr dirty="0" sz="3000" spc="-145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40349E"/>
                </a:solidFill>
                <a:latin typeface="Tahoma"/>
                <a:cs typeface="Tahoma"/>
              </a:rPr>
              <a:t>for</a:t>
            </a:r>
            <a:r>
              <a:rPr dirty="0" sz="3000" spc="-15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000" spc="-25">
                <a:solidFill>
                  <a:srgbClr val="40349E"/>
                </a:solidFill>
                <a:latin typeface="Tahoma"/>
                <a:cs typeface="Tahoma"/>
              </a:rPr>
              <a:t>the </a:t>
            </a:r>
            <a:r>
              <a:rPr dirty="0" sz="3000">
                <a:solidFill>
                  <a:srgbClr val="40349E"/>
                </a:solidFill>
                <a:latin typeface="Tahoma"/>
                <a:cs typeface="Tahoma"/>
              </a:rPr>
              <a:t>backend,</a:t>
            </a:r>
            <a:r>
              <a:rPr dirty="0" sz="3000" spc="-114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40349E"/>
                </a:solidFill>
                <a:latin typeface="Tahoma"/>
                <a:cs typeface="Tahoma"/>
              </a:rPr>
              <a:t>and</a:t>
            </a:r>
            <a:r>
              <a:rPr dirty="0" sz="3000" spc="-114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40349E"/>
                </a:solidFill>
                <a:latin typeface="Tahoma"/>
                <a:cs typeface="Tahoma"/>
              </a:rPr>
              <a:t>MongoDB</a:t>
            </a:r>
            <a:r>
              <a:rPr dirty="0" sz="3000" spc="-11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40349E"/>
                </a:solidFill>
                <a:latin typeface="Tahoma"/>
                <a:cs typeface="Tahoma"/>
              </a:rPr>
              <a:t>for</a:t>
            </a:r>
            <a:r>
              <a:rPr dirty="0" sz="3000" spc="-114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40349E"/>
                </a:solidFill>
                <a:latin typeface="Tahoma"/>
                <a:cs typeface="Tahoma"/>
              </a:rPr>
              <a:t>the</a:t>
            </a:r>
            <a:r>
              <a:rPr dirty="0" sz="3000" spc="-11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40349E"/>
                </a:solidFill>
                <a:latin typeface="Tahoma"/>
                <a:cs typeface="Tahoma"/>
              </a:rPr>
              <a:t>database.</a:t>
            </a:r>
            <a:r>
              <a:rPr dirty="0" sz="3000" spc="-114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000" spc="60">
                <a:solidFill>
                  <a:srgbClr val="40349E"/>
                </a:solidFill>
                <a:latin typeface="Tahoma"/>
                <a:cs typeface="Tahoma"/>
              </a:rPr>
              <a:t>Postman</a:t>
            </a:r>
            <a:r>
              <a:rPr dirty="0" sz="3000" spc="-11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000" spc="85">
                <a:solidFill>
                  <a:srgbClr val="40349E"/>
                </a:solidFill>
                <a:latin typeface="Tahoma"/>
                <a:cs typeface="Tahoma"/>
              </a:rPr>
              <a:t>is</a:t>
            </a:r>
            <a:r>
              <a:rPr dirty="0" sz="3000" spc="-114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000" spc="60">
                <a:solidFill>
                  <a:srgbClr val="40349E"/>
                </a:solidFill>
                <a:latin typeface="Tahoma"/>
                <a:cs typeface="Tahoma"/>
              </a:rPr>
              <a:t>used</a:t>
            </a:r>
            <a:r>
              <a:rPr dirty="0" sz="3000" spc="-114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40349E"/>
                </a:solidFill>
                <a:latin typeface="Tahoma"/>
                <a:cs typeface="Tahoma"/>
              </a:rPr>
              <a:t>for</a:t>
            </a:r>
            <a:r>
              <a:rPr dirty="0" sz="3000" spc="-11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000" spc="100">
                <a:solidFill>
                  <a:srgbClr val="40349E"/>
                </a:solidFill>
                <a:latin typeface="Tahoma"/>
                <a:cs typeface="Tahoma"/>
              </a:rPr>
              <a:t>API</a:t>
            </a:r>
            <a:r>
              <a:rPr dirty="0" sz="3000" spc="-114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40349E"/>
                </a:solidFill>
                <a:latin typeface="Tahoma"/>
                <a:cs typeface="Tahoma"/>
              </a:rPr>
              <a:t>testing</a:t>
            </a:r>
            <a:r>
              <a:rPr dirty="0" sz="3000" spc="-11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000" spc="-25">
                <a:solidFill>
                  <a:srgbClr val="40349E"/>
                </a:solidFill>
                <a:latin typeface="Tahoma"/>
                <a:cs typeface="Tahoma"/>
              </a:rPr>
              <a:t>and </a:t>
            </a:r>
            <a:r>
              <a:rPr dirty="0" sz="3000" spc="45">
                <a:solidFill>
                  <a:srgbClr val="40349E"/>
                </a:solidFill>
                <a:latin typeface="Tahoma"/>
                <a:cs typeface="Tahoma"/>
              </a:rPr>
              <a:t>Git/GitHub</a:t>
            </a:r>
            <a:r>
              <a:rPr dirty="0" sz="3000" spc="-114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40349E"/>
                </a:solidFill>
                <a:latin typeface="Tahoma"/>
                <a:cs typeface="Tahoma"/>
              </a:rPr>
              <a:t>for</a:t>
            </a:r>
            <a:r>
              <a:rPr dirty="0" sz="3000" spc="-11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40349E"/>
                </a:solidFill>
                <a:latin typeface="Tahoma"/>
                <a:cs typeface="Tahoma"/>
              </a:rPr>
              <a:t>version</a:t>
            </a:r>
            <a:r>
              <a:rPr dirty="0" sz="3000" spc="-110">
                <a:solidFill>
                  <a:srgbClr val="40349E"/>
                </a:solidFill>
                <a:latin typeface="Tahoma"/>
                <a:cs typeface="Tahoma"/>
              </a:rPr>
              <a:t> </a:t>
            </a:r>
            <a:r>
              <a:rPr dirty="0" sz="3000" spc="-10">
                <a:solidFill>
                  <a:srgbClr val="40349E"/>
                </a:solidFill>
                <a:latin typeface="Tahoma"/>
                <a:cs typeface="Tahoma"/>
              </a:rPr>
              <a:t>control.</a:t>
            </a:r>
            <a:endParaRPr sz="3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21310" rIns="0" bIns="0" rtlCol="0" vert="horz">
            <a:spAutoFit/>
          </a:bodyPr>
          <a:lstStyle/>
          <a:p>
            <a:pPr marL="1155700" marR="5080" indent="-1143635">
              <a:lnSpc>
                <a:spcPts val="13200"/>
              </a:lnSpc>
              <a:spcBef>
                <a:spcPts val="2530"/>
              </a:spcBef>
            </a:pPr>
            <a:r>
              <a:rPr dirty="0" spc="575"/>
              <a:t>THANK </a:t>
            </a:r>
            <a:r>
              <a:rPr dirty="0" spc="265"/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Rakshitha</dc:creator>
  <cp:keywords>DAHLgIlciTk,BAG4BxSE4BA</cp:keywords>
  <dc:title>Purple Minimalist Professional Project Presentation</dc:title>
  <dcterms:created xsi:type="dcterms:W3CDTF">2026-08-26T05:29:46Z</dcterms:created>
  <dcterms:modified xsi:type="dcterms:W3CDTF">2026-08-26T05:29:46Z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2026-08-26T00:00:00Z</vt:filetime>
  </property>
  <property fmtid="{D5CDD505-2E9C-101B-9397-08002B2CF9AE}" pid="4" name="Creator">
    <vt:lpwstr>Canva</vt:lpwstr>
  </property>
  <property fmtid="{D5CDD505-2E9C-101B-9397-08002B2CF9AE}" pid="5" name="LastSaved">
    <vt:filetime>2026-08-26T00:00:00Z</vt:filetime>
  </property>
  <property fmtid="{D5CDD505-2E9C-101B-9397-08002B2CF9AE}" pid="6" name="Producer">
    <vt:lpwstr>Canva</vt:lpwstr>
  </property>
</Properties>
</file>